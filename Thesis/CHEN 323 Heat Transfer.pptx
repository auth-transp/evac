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4">
  <p:sldMasterIdLst>
    <p:sldMasterId id="2147483717" r:id="rId1"/>
  </p:sldMasterIdLst>
  <p:notesMasterIdLst>
    <p:notesMasterId r:id="rId16"/>
  </p:notesMasterIdLst>
  <p:sldIdLst>
    <p:sldId id="256" r:id="rId2"/>
    <p:sldId id="452" r:id="rId3"/>
    <p:sldId id="450" r:id="rId4"/>
    <p:sldId id="451" r:id="rId5"/>
    <p:sldId id="453" r:id="rId6"/>
    <p:sldId id="454" r:id="rId7"/>
    <p:sldId id="455" r:id="rId8"/>
    <p:sldId id="456" r:id="rId9"/>
    <p:sldId id="460" r:id="rId10"/>
    <p:sldId id="457" r:id="rId11"/>
    <p:sldId id="459" r:id="rId12"/>
    <p:sldId id="458" r:id="rId13"/>
    <p:sldId id="461" r:id="rId14"/>
    <p:sldId id="423" r:id="rId15"/>
  </p:sldIdLst>
  <p:sldSz cx="12192000" cy="6858000"/>
  <p:notesSz cx="6400800" cy="8686800"/>
  <p:custDataLst>
    <p:tags r:id="rId17"/>
  </p:custDataLst>
  <p:defaultTextStyle>
    <a:defPPr>
      <a:defRPr lang="el-GR"/>
    </a:defPPr>
    <a:lvl1pPr marL="0" algn="l" defTabSz="914167" rtl="0" eaLnBrk="1" latinLnBrk="0" hangingPunct="1">
      <a:defRPr sz="1900" kern="1200">
        <a:solidFill>
          <a:schemeClr val="tx1"/>
        </a:solidFill>
        <a:latin typeface="+mn-lt"/>
        <a:ea typeface="+mn-ea"/>
        <a:cs typeface="+mn-cs"/>
      </a:defRPr>
    </a:lvl1pPr>
    <a:lvl2pPr marL="457080" algn="l" defTabSz="914167" rtl="0" eaLnBrk="1" latinLnBrk="0" hangingPunct="1">
      <a:defRPr sz="1900" kern="1200">
        <a:solidFill>
          <a:schemeClr val="tx1"/>
        </a:solidFill>
        <a:latin typeface="+mn-lt"/>
        <a:ea typeface="+mn-ea"/>
        <a:cs typeface="+mn-cs"/>
      </a:defRPr>
    </a:lvl2pPr>
    <a:lvl3pPr marL="914167" algn="l" defTabSz="914167" rtl="0" eaLnBrk="1" latinLnBrk="0" hangingPunct="1">
      <a:defRPr sz="1900" kern="1200">
        <a:solidFill>
          <a:schemeClr val="tx1"/>
        </a:solidFill>
        <a:latin typeface="+mn-lt"/>
        <a:ea typeface="+mn-ea"/>
        <a:cs typeface="+mn-cs"/>
      </a:defRPr>
    </a:lvl3pPr>
    <a:lvl4pPr marL="1371247" algn="l" defTabSz="914167" rtl="0" eaLnBrk="1" latinLnBrk="0" hangingPunct="1">
      <a:defRPr sz="1900" kern="1200">
        <a:solidFill>
          <a:schemeClr val="tx1"/>
        </a:solidFill>
        <a:latin typeface="+mn-lt"/>
        <a:ea typeface="+mn-ea"/>
        <a:cs typeface="+mn-cs"/>
      </a:defRPr>
    </a:lvl4pPr>
    <a:lvl5pPr marL="1828327" algn="l" defTabSz="914167" rtl="0" eaLnBrk="1" latinLnBrk="0" hangingPunct="1">
      <a:defRPr sz="1900" kern="1200">
        <a:solidFill>
          <a:schemeClr val="tx1"/>
        </a:solidFill>
        <a:latin typeface="+mn-lt"/>
        <a:ea typeface="+mn-ea"/>
        <a:cs typeface="+mn-cs"/>
      </a:defRPr>
    </a:lvl5pPr>
    <a:lvl6pPr marL="2285407" algn="l" defTabSz="914167" rtl="0" eaLnBrk="1" latinLnBrk="0" hangingPunct="1">
      <a:defRPr sz="1900" kern="1200">
        <a:solidFill>
          <a:schemeClr val="tx1"/>
        </a:solidFill>
        <a:latin typeface="+mn-lt"/>
        <a:ea typeface="+mn-ea"/>
        <a:cs typeface="+mn-cs"/>
      </a:defRPr>
    </a:lvl6pPr>
    <a:lvl7pPr marL="2742494" algn="l" defTabSz="914167" rtl="0" eaLnBrk="1" latinLnBrk="0" hangingPunct="1">
      <a:defRPr sz="1900" kern="1200">
        <a:solidFill>
          <a:schemeClr val="tx1"/>
        </a:solidFill>
        <a:latin typeface="+mn-lt"/>
        <a:ea typeface="+mn-ea"/>
        <a:cs typeface="+mn-cs"/>
      </a:defRPr>
    </a:lvl7pPr>
    <a:lvl8pPr marL="3199574" algn="l" defTabSz="914167" rtl="0" eaLnBrk="1" latinLnBrk="0" hangingPunct="1">
      <a:defRPr sz="1900" kern="1200">
        <a:solidFill>
          <a:schemeClr val="tx1"/>
        </a:solidFill>
        <a:latin typeface="+mn-lt"/>
        <a:ea typeface="+mn-ea"/>
        <a:cs typeface="+mn-cs"/>
      </a:defRPr>
    </a:lvl8pPr>
    <a:lvl9pPr marL="3656654" algn="l" defTabSz="914167" rtl="0" eaLnBrk="1" latinLnBrk="0" hangingPunct="1">
      <a:defRPr sz="19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3E2CC71-5728-4712-8B7B-8184A42EDAFC}">
          <p14:sldIdLst>
            <p14:sldId id="256"/>
            <p14:sldId id="452"/>
            <p14:sldId id="450"/>
            <p14:sldId id="451"/>
            <p14:sldId id="453"/>
            <p14:sldId id="454"/>
            <p14:sldId id="455"/>
            <p14:sldId id="456"/>
            <p14:sldId id="460"/>
            <p14:sldId id="457"/>
            <p14:sldId id="459"/>
            <p14:sldId id="458"/>
            <p14:sldId id="461"/>
          </p14:sldIdLst>
        </p14:section>
        <p14:section name="New" id="{00CC9CBE-583A-4CC5-BA20-4434A85229F6}">
          <p14:sldIdLst>
            <p14:sldId id="423"/>
          </p14:sldIdLst>
        </p14:section>
      </p14:sectionLst>
    </p:ext>
    <p:ext uri="{EFAFB233-063F-42B5-8137-9DF3F51BA10A}">
      <p15:sldGuideLst xmlns:p15="http://schemas.microsoft.com/office/powerpoint/2012/main">
        <p15:guide id="1" orient="horz" pos="2160" userDrawn="1">
          <p15:clr>
            <a:srgbClr val="A4A3A4"/>
          </p15:clr>
        </p15:guide>
        <p15:guide id="2" orient="horz" pos="482" userDrawn="1">
          <p15:clr>
            <a:srgbClr val="A4A3A4"/>
          </p15:clr>
        </p15:guide>
        <p15:guide id="3" pos="3840" userDrawn="1">
          <p15:clr>
            <a:srgbClr val="A4A3A4"/>
          </p15:clr>
        </p15:guide>
        <p15:guide id="4" userDrawn="1">
          <p15:clr>
            <a:srgbClr val="A4A3A4"/>
          </p15:clr>
        </p15:guide>
        <p15:guide id="5" pos="1164" userDrawn="1">
          <p15:clr>
            <a:srgbClr val="A4A3A4"/>
          </p15:clr>
        </p15:guide>
        <p15:guide id="6" pos="7469" userDrawn="1">
          <p15:clr>
            <a:srgbClr val="A4A3A4"/>
          </p15:clr>
        </p15:guide>
        <p15:guide id="7" pos="42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B0F2"/>
    <a:srgbClr val="FFFFFF"/>
    <a:srgbClr val="67A4CD"/>
    <a:srgbClr val="FFD4D4"/>
    <a:srgbClr val="FF9999"/>
    <a:srgbClr val="FAC001"/>
    <a:srgbClr val="63BDD6"/>
    <a:srgbClr val="60243B"/>
    <a:srgbClr val="254A62"/>
    <a:srgbClr val="FBE0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85906" autoAdjust="0"/>
  </p:normalViewPr>
  <p:slideViewPr>
    <p:cSldViewPr snapToGrid="0">
      <p:cViewPr varScale="1">
        <p:scale>
          <a:sx n="95" d="100"/>
          <a:sy n="95" d="100"/>
        </p:scale>
        <p:origin x="1104" y="-36"/>
      </p:cViewPr>
      <p:guideLst>
        <p:guide orient="horz" pos="2160"/>
        <p:guide orient="horz" pos="482"/>
        <p:guide pos="3840"/>
        <p:guide/>
        <p:guide pos="1164"/>
        <p:guide pos="7469"/>
        <p:guide pos="426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773310" cy="434712"/>
          </a:xfrm>
          <a:prstGeom prst="rect">
            <a:avLst/>
          </a:prstGeom>
        </p:spPr>
        <p:txBody>
          <a:bodyPr vert="horz" lIns="87666" tIns="43833" rIns="87666" bIns="43833" rtlCol="0"/>
          <a:lstStyle>
            <a:lvl1pPr algn="l">
              <a:defRPr sz="1200"/>
            </a:lvl1pPr>
          </a:lstStyle>
          <a:p>
            <a:endParaRPr lang="en-US"/>
          </a:p>
        </p:txBody>
      </p:sp>
      <p:sp>
        <p:nvSpPr>
          <p:cNvPr id="3" name="Date Placeholder 2"/>
          <p:cNvSpPr>
            <a:spLocks noGrp="1"/>
          </p:cNvSpPr>
          <p:nvPr>
            <p:ph type="dt" idx="1"/>
          </p:nvPr>
        </p:nvSpPr>
        <p:spPr>
          <a:xfrm>
            <a:off x="3625906" y="1"/>
            <a:ext cx="2773310" cy="434712"/>
          </a:xfrm>
          <a:prstGeom prst="rect">
            <a:avLst/>
          </a:prstGeom>
        </p:spPr>
        <p:txBody>
          <a:bodyPr vert="horz" lIns="87666" tIns="43833" rIns="87666" bIns="43833" rtlCol="0"/>
          <a:lstStyle>
            <a:lvl1pPr algn="r">
              <a:defRPr sz="1200"/>
            </a:lvl1pPr>
          </a:lstStyle>
          <a:p>
            <a:fld id="{06DF9DF1-C5FE-4B76-9709-542FE384B1DD}" type="datetimeFigureOut">
              <a:rPr lang="en-US" smtClean="0"/>
              <a:t>4/18/2026</a:t>
            </a:fld>
            <a:endParaRPr lang="en-US"/>
          </a:p>
        </p:txBody>
      </p:sp>
      <p:sp>
        <p:nvSpPr>
          <p:cNvPr id="4" name="Slide Image Placeholder 3"/>
          <p:cNvSpPr>
            <a:spLocks noGrp="1" noRot="1" noChangeAspect="1"/>
          </p:cNvSpPr>
          <p:nvPr>
            <p:ph type="sldImg" idx="2"/>
          </p:nvPr>
        </p:nvSpPr>
        <p:spPr>
          <a:xfrm>
            <a:off x="304800" y="650875"/>
            <a:ext cx="5791200" cy="3257550"/>
          </a:xfrm>
          <a:prstGeom prst="rect">
            <a:avLst/>
          </a:prstGeom>
          <a:noFill/>
          <a:ln w="12700">
            <a:solidFill>
              <a:prstClr val="black"/>
            </a:solidFill>
          </a:ln>
        </p:spPr>
        <p:txBody>
          <a:bodyPr vert="horz" lIns="87666" tIns="43833" rIns="87666" bIns="43833" rtlCol="0" anchor="ctr"/>
          <a:lstStyle/>
          <a:p>
            <a:endParaRPr lang="en-US"/>
          </a:p>
        </p:txBody>
      </p:sp>
      <p:sp>
        <p:nvSpPr>
          <p:cNvPr id="5" name="Notes Placeholder 4"/>
          <p:cNvSpPr>
            <a:spLocks noGrp="1"/>
          </p:cNvSpPr>
          <p:nvPr>
            <p:ph type="body" sz="quarter" idx="3"/>
          </p:nvPr>
        </p:nvSpPr>
        <p:spPr>
          <a:xfrm>
            <a:off x="640241" y="4126790"/>
            <a:ext cx="5120323" cy="3907944"/>
          </a:xfrm>
          <a:prstGeom prst="rect">
            <a:avLst/>
          </a:prstGeom>
        </p:spPr>
        <p:txBody>
          <a:bodyPr vert="horz" lIns="87666" tIns="43833" rIns="87666" bIns="4383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8250599"/>
            <a:ext cx="2773310" cy="434712"/>
          </a:xfrm>
          <a:prstGeom prst="rect">
            <a:avLst/>
          </a:prstGeom>
        </p:spPr>
        <p:txBody>
          <a:bodyPr vert="horz" lIns="87666" tIns="43833" rIns="87666" bIns="43833" rtlCol="0" anchor="b"/>
          <a:lstStyle>
            <a:lvl1pPr algn="l">
              <a:defRPr sz="1200"/>
            </a:lvl1pPr>
          </a:lstStyle>
          <a:p>
            <a:endParaRPr lang="en-US"/>
          </a:p>
        </p:txBody>
      </p:sp>
      <p:sp>
        <p:nvSpPr>
          <p:cNvPr id="7" name="Slide Number Placeholder 6"/>
          <p:cNvSpPr>
            <a:spLocks noGrp="1"/>
          </p:cNvSpPr>
          <p:nvPr>
            <p:ph type="sldNum" sz="quarter" idx="5"/>
          </p:nvPr>
        </p:nvSpPr>
        <p:spPr>
          <a:xfrm>
            <a:off x="3625906" y="8250599"/>
            <a:ext cx="2773310" cy="434712"/>
          </a:xfrm>
          <a:prstGeom prst="rect">
            <a:avLst/>
          </a:prstGeom>
        </p:spPr>
        <p:txBody>
          <a:bodyPr vert="horz" lIns="87666" tIns="43833" rIns="87666" bIns="43833" rtlCol="0" anchor="b"/>
          <a:lstStyle>
            <a:lvl1pPr algn="r">
              <a:defRPr sz="1200"/>
            </a:lvl1pPr>
          </a:lstStyle>
          <a:p>
            <a:fld id="{ABF377EB-EF6F-487B-B2C7-BAC460AEB058}" type="slidenum">
              <a:rPr lang="en-US" smtClean="0"/>
              <a:t>‹#›</a:t>
            </a:fld>
            <a:endParaRPr lang="en-US"/>
          </a:p>
        </p:txBody>
      </p:sp>
    </p:spTree>
    <p:extLst>
      <p:ext uri="{BB962C8B-B14F-4D97-AF65-F5344CB8AC3E}">
        <p14:creationId xmlns:p14="http://schemas.microsoft.com/office/powerpoint/2010/main" val="4240118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F377EB-EF6F-487B-B2C7-BAC460AEB058}" type="slidenum">
              <a:rPr lang="en-US" smtClean="0"/>
              <a:t>1</a:t>
            </a:fld>
            <a:endParaRPr lang="en-US"/>
          </a:p>
        </p:txBody>
      </p:sp>
    </p:spTree>
    <p:extLst>
      <p:ext uri="{BB962C8B-B14F-4D97-AF65-F5344CB8AC3E}">
        <p14:creationId xmlns:p14="http://schemas.microsoft.com/office/powerpoint/2010/main" val="4576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US" dirty="0"/>
              <a:t>Of course</a:t>
            </a:r>
            <a:r>
              <a:rPr lang="en-US" baseline="0" dirty="0"/>
              <a:t> this is a joint effort from all of the team, which is comprised by post-doc researchers, graduate and undergraduate students. Please note that not all of them work on CSP, since the Clean Air part (both air quality and pollution control) are key direction of our lab</a:t>
            </a:r>
            <a:endParaRPr lang="en-US" dirty="0"/>
          </a:p>
        </p:txBody>
      </p:sp>
      <p:sp>
        <p:nvSpPr>
          <p:cNvPr id="4" name="Slide Number Placeholder 3"/>
          <p:cNvSpPr>
            <a:spLocks noGrp="1"/>
          </p:cNvSpPr>
          <p:nvPr>
            <p:ph type="sldNum" sz="quarter" idx="10"/>
          </p:nvPr>
        </p:nvSpPr>
        <p:spPr/>
        <p:txBody>
          <a:bodyPr/>
          <a:lstStyle/>
          <a:p>
            <a:pPr marL="0" marR="0" lvl="0" indent="0" algn="r" defTabSz="914167" rtl="0" eaLnBrk="1" fontAlgn="auto" latinLnBrk="0" hangingPunct="1">
              <a:lnSpc>
                <a:spcPct val="100000"/>
              </a:lnSpc>
              <a:spcBef>
                <a:spcPts val="0"/>
              </a:spcBef>
              <a:spcAft>
                <a:spcPts val="0"/>
              </a:spcAft>
              <a:buClrTx/>
              <a:buSzTx/>
              <a:buFontTx/>
              <a:buNone/>
              <a:tabLst/>
              <a:defRPr/>
            </a:pPr>
            <a:fld id="{ABF377EB-EF6F-487B-B2C7-BAC460AEB05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1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218935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jpe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jpe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jpe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jpe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jpe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jpe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jpe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jpe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jpeg"/><Relationship Id="rId5"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3F813B-84AE-E3BC-B362-8027F04E085E}"/>
              </a:ext>
            </a:extLst>
          </p:cNvPr>
          <p:cNvSpPr/>
          <p:nvPr userDrawn="1"/>
        </p:nvSpPr>
        <p:spPr>
          <a:xfrm>
            <a:off x="-12171" y="0"/>
            <a:ext cx="12204171" cy="68383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8" name="Rectangle 7"/>
          <p:cNvSpPr/>
          <p:nvPr userDrawn="1"/>
        </p:nvSpPr>
        <p:spPr>
          <a:xfrm>
            <a:off x="239350" y="116632"/>
            <a:ext cx="11713301" cy="4468349"/>
          </a:xfrm>
          <a:prstGeom prst="rect">
            <a:avLst/>
          </a:prstGeom>
          <a:solidFill>
            <a:schemeClr val="tx2"/>
          </a:solidFill>
          <a:ln>
            <a:noFill/>
          </a:ln>
          <a:effectLst>
            <a:glow rad="114300">
              <a:schemeClr val="accent1">
                <a:satMod val="175000"/>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endParaRPr>
          </a:p>
        </p:txBody>
      </p:sp>
      <p:sp>
        <p:nvSpPr>
          <p:cNvPr id="5" name="Text Placeholder 2"/>
          <p:cNvSpPr>
            <a:spLocks noGrp="1"/>
          </p:cNvSpPr>
          <p:nvPr>
            <p:ph type="body" sz="quarter" idx="10"/>
          </p:nvPr>
        </p:nvSpPr>
        <p:spPr>
          <a:xfrm>
            <a:off x="431371" y="260649"/>
            <a:ext cx="11425269" cy="3384376"/>
          </a:xfrm>
          <a:prstGeom prst="rect">
            <a:avLst/>
          </a:prstGeom>
        </p:spPr>
        <p:txBody>
          <a:bodyPr/>
          <a:lstStyle>
            <a:lvl1pPr marL="0" indent="0">
              <a:buFont typeface="Wingdings" pitchFamily="2" charset="2"/>
              <a:buNone/>
              <a:defRPr sz="3600" b="1">
                <a:latin typeface="Aptos" panose="020B0004020202020204" pitchFamily="34" charset="0"/>
              </a:defRPr>
            </a:lvl1pPr>
            <a:lvl2pPr marL="447675" indent="0">
              <a:buFont typeface="Wingdings" pitchFamily="2" charset="2"/>
              <a:buNone/>
              <a:defRPr sz="3600" b="1">
                <a:latin typeface="Aptos" panose="020B0004020202020204" pitchFamily="34" charset="0"/>
              </a:defRPr>
            </a:lvl2pPr>
            <a:lvl3pPr marL="714375" indent="0">
              <a:buFont typeface="Courier New" pitchFamily="49" charset="0"/>
              <a:buNone/>
              <a:defRPr sz="3600" b="1">
                <a:latin typeface="Aptos" panose="020B0004020202020204" pitchFamily="34" charset="0"/>
              </a:defRPr>
            </a:lvl3pPr>
            <a:lvl4pPr marL="990600" indent="0">
              <a:buFont typeface="Arial" pitchFamily="34" charset="0"/>
              <a:buNone/>
              <a:defRPr sz="3600" b="1">
                <a:latin typeface="Aptos" panose="020B0004020202020204" pitchFamily="34" charset="0"/>
              </a:defRPr>
            </a:lvl4pPr>
            <a:lvl5pPr marL="1828327" indent="0">
              <a:buNone/>
              <a:defRPr sz="3600" b="1">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Box 5">
            <a:extLst>
              <a:ext uri="{FF2B5EF4-FFF2-40B4-BE49-F238E27FC236}">
                <a16:creationId xmlns:a16="http://schemas.microsoft.com/office/drawing/2014/main" id="{7CAA20E7-7D8C-B964-8CBF-73EEBD6E8CA6}"/>
              </a:ext>
            </a:extLst>
          </p:cNvPr>
          <p:cNvSpPr txBox="1">
            <a:spLocks noChangeArrowheads="1"/>
          </p:cNvSpPr>
          <p:nvPr userDrawn="1"/>
        </p:nvSpPr>
        <p:spPr bwMode="auto">
          <a:xfrm>
            <a:off x="3380369" y="4653139"/>
            <a:ext cx="6481619" cy="2185185"/>
          </a:xfrm>
          <a:prstGeom prst="rect">
            <a:avLst/>
          </a:prstGeom>
          <a:noFill/>
          <a:ln w="9525">
            <a:noFill/>
            <a:miter lim="800000"/>
            <a:headEnd/>
            <a:tailEnd/>
          </a:ln>
          <a:effectLst/>
        </p:spPr>
        <p:txBody>
          <a:bodyPr wrap="square" lIns="91419" tIns="45706" rIns="91419" bIns="45706">
            <a:spAutoFit/>
          </a:bodyPr>
          <a:lstStyle/>
          <a:p>
            <a:pPr algn="r"/>
            <a:r>
              <a:rPr lang="el-GR" sz="1900" b="1" u="sng" dirty="0">
                <a:solidFill>
                  <a:srgbClr val="500000"/>
                </a:solidFill>
                <a:latin typeface="Aptos" panose="020B0004020202020204" pitchFamily="34" charset="0"/>
              </a:rPr>
              <a:t>Στοιχεία Επικοινωνίας Καθηγητή</a:t>
            </a:r>
            <a:br>
              <a:rPr lang="en-US" sz="1900" b="1" u="sng" dirty="0">
                <a:solidFill>
                  <a:srgbClr val="500000"/>
                </a:solidFill>
                <a:latin typeface="Aptos" panose="020B0004020202020204" pitchFamily="34" charset="0"/>
              </a:rPr>
            </a:br>
            <a:endParaRPr lang="en-US" sz="1300" dirty="0">
              <a:solidFill>
                <a:srgbClr val="500000"/>
              </a:solidFill>
              <a:latin typeface="Aptos" panose="020B0004020202020204" pitchFamily="34" charset="0"/>
            </a:endParaRPr>
          </a:p>
          <a:p>
            <a:pPr algn="r"/>
            <a:r>
              <a:rPr lang="el-GR" sz="1300" dirty="0">
                <a:solidFill>
                  <a:srgbClr val="500000"/>
                </a:solidFill>
                <a:latin typeface="Aptos" panose="020B0004020202020204" pitchFamily="34" charset="0"/>
              </a:rPr>
              <a:t>Γραφείο</a:t>
            </a:r>
            <a:r>
              <a:rPr lang="en-US" sz="1300" dirty="0">
                <a:solidFill>
                  <a:srgbClr val="500000"/>
                </a:solidFill>
                <a:latin typeface="Aptos" panose="020B0004020202020204" pitchFamily="34" charset="0"/>
              </a:rPr>
              <a:t> 304, </a:t>
            </a:r>
            <a:r>
              <a:rPr lang="el-GR" sz="1300" dirty="0">
                <a:solidFill>
                  <a:srgbClr val="500000"/>
                </a:solidFill>
                <a:latin typeface="Aptos" panose="020B0004020202020204" pitchFamily="34" charset="0"/>
              </a:rPr>
              <a:t>Κτίριο</a:t>
            </a:r>
            <a:r>
              <a:rPr lang="en-US" sz="1300" dirty="0">
                <a:solidFill>
                  <a:srgbClr val="500000"/>
                </a:solidFill>
                <a:latin typeface="Aptos" panose="020B0004020202020204" pitchFamily="34" charset="0"/>
              </a:rPr>
              <a:t> E13, </a:t>
            </a:r>
            <a:r>
              <a:rPr lang="el-GR" sz="1300" dirty="0">
                <a:solidFill>
                  <a:srgbClr val="500000"/>
                </a:solidFill>
                <a:latin typeface="Aptos" panose="020B0004020202020204" pitchFamily="34" charset="0"/>
              </a:rPr>
              <a:t>Τμήμα Χημικών Μηχανικών</a:t>
            </a:r>
            <a:br>
              <a:rPr lang="en-US" sz="1300" dirty="0">
                <a:solidFill>
                  <a:srgbClr val="500000"/>
                </a:solidFill>
                <a:latin typeface="Aptos" panose="020B0004020202020204" pitchFamily="34" charset="0"/>
              </a:rPr>
            </a:br>
            <a:r>
              <a:rPr lang="el-GR" sz="1300" dirty="0">
                <a:solidFill>
                  <a:srgbClr val="500000"/>
                </a:solidFill>
                <a:latin typeface="Aptos" panose="020B0004020202020204" pitchFamily="34" charset="0"/>
              </a:rPr>
              <a:t>Αριστοτέλειο Πανεπιστήμιο Θεσσαλονίκης, Ελλάδα</a:t>
            </a:r>
            <a:endParaRPr lang="en-US" sz="1300" dirty="0">
              <a:solidFill>
                <a:srgbClr val="500000"/>
              </a:solidFill>
              <a:latin typeface="Aptos" panose="020B0004020202020204" pitchFamily="34" charset="0"/>
            </a:endParaRPr>
          </a:p>
          <a:p>
            <a:pPr algn="r"/>
            <a:r>
              <a:rPr lang="el-GR" sz="1300" dirty="0">
                <a:solidFill>
                  <a:srgbClr val="500000"/>
                </a:solidFill>
                <a:latin typeface="Aptos" panose="020B0004020202020204" pitchFamily="34" charset="0"/>
              </a:rPr>
              <a:t>Γ</a:t>
            </a:r>
            <a:r>
              <a:rPr lang="en-US" sz="1300" dirty="0">
                <a:solidFill>
                  <a:srgbClr val="500000"/>
                </a:solidFill>
                <a:latin typeface="Aptos" panose="020B0004020202020204" pitchFamily="34" charset="0"/>
              </a:rPr>
              <a:t>: +30 2310 9 96169 | </a:t>
            </a:r>
            <a:r>
              <a:rPr lang="el-GR" sz="1300" dirty="0">
                <a:solidFill>
                  <a:srgbClr val="500000"/>
                </a:solidFill>
                <a:latin typeface="Aptos" panose="020B0004020202020204" pitchFamily="34" charset="0"/>
              </a:rPr>
              <a:t>Κ</a:t>
            </a:r>
            <a:r>
              <a:rPr lang="en-US" sz="1300" dirty="0">
                <a:solidFill>
                  <a:srgbClr val="500000"/>
                </a:solidFill>
                <a:latin typeface="Aptos" panose="020B0004020202020204" pitchFamily="34" charset="0"/>
              </a:rPr>
              <a:t>: +30 6977 522 577</a:t>
            </a:r>
          </a:p>
          <a:p>
            <a:pPr algn="r"/>
            <a:r>
              <a:rPr lang="en-US" sz="1300" dirty="0">
                <a:solidFill>
                  <a:srgbClr val="500000"/>
                </a:solidFill>
                <a:latin typeface="Aptos" panose="020B0004020202020204" pitchFamily="34" charset="0"/>
              </a:rPr>
              <a:t>kkakosimos@auth.gr</a:t>
            </a:r>
            <a:br>
              <a:rPr lang="en-US" sz="1300" dirty="0">
                <a:solidFill>
                  <a:srgbClr val="500000"/>
                </a:solidFill>
                <a:latin typeface="Aptos" panose="020B0004020202020204" pitchFamily="34" charset="0"/>
              </a:rPr>
            </a:br>
            <a:br>
              <a:rPr lang="en-US" sz="1300" dirty="0">
                <a:solidFill>
                  <a:srgbClr val="500000"/>
                </a:solidFill>
                <a:latin typeface="Aptos" panose="020B0004020202020204" pitchFamily="34" charset="0"/>
              </a:rPr>
            </a:br>
            <a:r>
              <a:rPr lang="el-GR" sz="1300" b="1" dirty="0">
                <a:solidFill>
                  <a:srgbClr val="F4AF00"/>
                </a:solidFill>
                <a:latin typeface="Aptos" panose="020B0004020202020204" pitchFamily="34" charset="0"/>
              </a:rPr>
              <a:t>Εργαστήριο Φαινομένων Μεταφοράς</a:t>
            </a:r>
            <a:br>
              <a:rPr lang="en-US" sz="1300" b="1" dirty="0">
                <a:solidFill>
                  <a:srgbClr val="500000"/>
                </a:solidFill>
                <a:latin typeface="Aptos" panose="020B0004020202020204" pitchFamily="34" charset="0"/>
              </a:rPr>
            </a:br>
            <a:endParaRPr lang="en-US" sz="1300" b="1" dirty="0">
              <a:solidFill>
                <a:srgbClr val="500000"/>
              </a:solidFill>
              <a:latin typeface="Aptos" panose="020B0004020202020204" pitchFamily="34" charset="0"/>
            </a:endParaRPr>
          </a:p>
          <a:p>
            <a:pPr algn="r"/>
            <a:endParaRPr lang="en-US" sz="1300" dirty="0">
              <a:solidFill>
                <a:srgbClr val="500000"/>
              </a:solidFill>
              <a:latin typeface="Aptos" panose="020B0004020202020204" pitchFamily="34" charset="0"/>
            </a:endParaRPr>
          </a:p>
        </p:txBody>
      </p:sp>
      <p:pic>
        <p:nvPicPr>
          <p:cNvPr id="4" name="Picture 51">
            <a:extLst>
              <a:ext uri="{FF2B5EF4-FFF2-40B4-BE49-F238E27FC236}">
                <a16:creationId xmlns:a16="http://schemas.microsoft.com/office/drawing/2014/main" id="{D4494757-F8C9-7C2F-7076-F339FDF60F54}"/>
              </a:ext>
            </a:extLst>
          </p:cNvPr>
          <p:cNvPicPr>
            <a:picLocks noChangeArrowheads="1"/>
          </p:cNvPicPr>
          <p:nvPr userDrawn="1"/>
        </p:nvPicPr>
        <p:blipFill>
          <a:blip r:embed="rId2"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10023648" y="4773620"/>
            <a:ext cx="1905000"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2">
            <a:extLst>
              <a:ext uri="{FF2B5EF4-FFF2-40B4-BE49-F238E27FC236}">
                <a16:creationId xmlns:a16="http://schemas.microsoft.com/office/drawing/2014/main" id="{B554D99E-9070-5E3C-B034-912ED45AE5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0292" y="5559065"/>
            <a:ext cx="1011597" cy="1200766"/>
          </a:xfrm>
          <a:prstGeom prst="rect">
            <a:avLst/>
          </a:prstGeom>
        </p:spPr>
      </p:pic>
    </p:spTree>
    <p:extLst>
      <p:ext uri="{BB962C8B-B14F-4D97-AF65-F5344CB8AC3E}">
        <p14:creationId xmlns:p14="http://schemas.microsoft.com/office/powerpoint/2010/main" val="17693925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1">
    <p:spTree>
      <p:nvGrpSpPr>
        <p:cNvPr id="1" name=""/>
        <p:cNvGrpSpPr/>
        <p:nvPr/>
      </p:nvGrpSpPr>
      <p:grpSpPr>
        <a:xfrm>
          <a:off x="0" y="0"/>
          <a:ext cx="0" cy="0"/>
          <a:chOff x="0" y="0"/>
          <a:chExt cx="0" cy="0"/>
        </a:xfrm>
      </p:grpSpPr>
      <p:sp>
        <p:nvSpPr>
          <p:cNvPr id="4" name="Title 22"/>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3" name="Text Placeholder 2"/>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
          <p:cNvSpPr>
            <a:spLocks noGrp="1"/>
          </p:cNvSpPr>
          <p:nvPr>
            <p:ph type="sldNum" sz="quarter" idx="4"/>
          </p:nvPr>
        </p:nvSpPr>
        <p:spPr>
          <a:xfrm>
            <a:off x="11376587" y="103654"/>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17" name="TextBox 16">
            <a:extLst>
              <a:ext uri="{FF2B5EF4-FFF2-40B4-BE49-F238E27FC236}">
                <a16:creationId xmlns:a16="http://schemas.microsoft.com/office/drawing/2014/main" id="{8A79D185-045F-0AA3-F330-6D647DD3A7B1}"/>
              </a:ext>
            </a:extLst>
          </p:cNvPr>
          <p:cNvSpPr txBox="1"/>
          <p:nvPr userDrawn="1"/>
        </p:nvSpPr>
        <p:spPr>
          <a:xfrm>
            <a:off x="0" y="875316"/>
            <a:ext cx="1155248" cy="276999"/>
          </a:xfrm>
          <a:prstGeom prst="rect">
            <a:avLst/>
          </a:prstGeom>
          <a:noFill/>
        </p:spPr>
        <p:txBody>
          <a:bodyPr wrap="square">
            <a:spAutoFit/>
          </a:bodyPr>
          <a:lstStyle/>
          <a:p>
            <a:pPr algn="ctr"/>
            <a:r>
              <a:rPr lang="en-US" sz="1200" b="0" dirty="0">
                <a:solidFill>
                  <a:srgbClr val="00B0F0"/>
                </a:solidFill>
                <a:latin typeface="+mj-lt"/>
              </a:rPr>
              <a:t>fundamentals</a:t>
            </a:r>
          </a:p>
        </p:txBody>
      </p:sp>
      <p:pic>
        <p:nvPicPr>
          <p:cNvPr id="2" name="Picture 1">
            <a:extLst>
              <a:ext uri="{FF2B5EF4-FFF2-40B4-BE49-F238E27FC236}">
                <a16:creationId xmlns:a16="http://schemas.microsoft.com/office/drawing/2014/main" id="{824A2D1C-EA5C-2348-3CC7-EC36AC122AC4}"/>
              </a:ext>
            </a:extLst>
          </p:cNvPr>
          <p:cNvPicPr>
            <a:picLocks noChangeAspect="1"/>
          </p:cNvPicPr>
          <p:nvPr userDrawn="1"/>
        </p:nvPicPr>
        <p:blipFill>
          <a:blip r:embed="rId2"/>
          <a:srcRect l="24454" t="5774" r="24758" b="6525"/>
          <a:stretch>
            <a:fillRect/>
          </a:stretch>
        </p:blipFill>
        <p:spPr>
          <a:xfrm>
            <a:off x="93743" y="64116"/>
            <a:ext cx="900000" cy="848386"/>
          </a:xfrm>
          <a:prstGeom prst="rect">
            <a:avLst/>
          </a:prstGeom>
        </p:spPr>
      </p:pic>
      <p:pic>
        <p:nvPicPr>
          <p:cNvPr id="11" name="Picture 10">
            <a:extLst>
              <a:ext uri="{FF2B5EF4-FFF2-40B4-BE49-F238E27FC236}">
                <a16:creationId xmlns:a16="http://schemas.microsoft.com/office/drawing/2014/main" id="{46C5ACFA-0168-CC25-03F1-C1E66349ACD4}"/>
              </a:ext>
            </a:extLst>
          </p:cNvPr>
          <p:cNvPicPr>
            <a:picLocks noChangeAspect="1"/>
          </p:cNvPicPr>
          <p:nvPr userDrawn="1"/>
        </p:nvPicPr>
        <p:blipFill>
          <a:blip r:embed="rId3"/>
          <a:srcRect l="19737" t="9839" r="21320" b="12469"/>
          <a:stretch>
            <a:fillRect/>
          </a:stretch>
        </p:blipFill>
        <p:spPr>
          <a:xfrm>
            <a:off x="93743" y="1347790"/>
            <a:ext cx="900000" cy="790855"/>
          </a:xfrm>
          <a:prstGeom prst="rect">
            <a:avLst/>
          </a:prstGeom>
        </p:spPr>
      </p:pic>
      <p:pic>
        <p:nvPicPr>
          <p:cNvPr id="20" name="Picture 19">
            <a:extLst>
              <a:ext uri="{FF2B5EF4-FFF2-40B4-BE49-F238E27FC236}">
                <a16:creationId xmlns:a16="http://schemas.microsoft.com/office/drawing/2014/main" id="{74CDB471-0E02-CCC8-22A1-D2B815C8BE6C}"/>
              </a:ext>
            </a:extLst>
          </p:cNvPr>
          <p:cNvPicPr>
            <a:picLocks noChangeAspect="1"/>
          </p:cNvPicPr>
          <p:nvPr userDrawn="1"/>
        </p:nvPicPr>
        <p:blipFill>
          <a:blip r:embed="rId4"/>
          <a:srcRect l="14818" t="5047" r="15020" b="8220"/>
          <a:stretch>
            <a:fillRect/>
          </a:stretch>
        </p:blipFill>
        <p:spPr>
          <a:xfrm>
            <a:off x="93743" y="2582016"/>
            <a:ext cx="900000" cy="741698"/>
          </a:xfrm>
          <a:prstGeom prst="rect">
            <a:avLst/>
          </a:prstGeom>
        </p:spPr>
      </p:pic>
      <p:pic>
        <p:nvPicPr>
          <p:cNvPr id="22" name="Picture 21">
            <a:extLst>
              <a:ext uri="{FF2B5EF4-FFF2-40B4-BE49-F238E27FC236}">
                <a16:creationId xmlns:a16="http://schemas.microsoft.com/office/drawing/2014/main" id="{EEBF711B-8EF5-4F5F-33BE-1C8A211C4A36}"/>
              </a:ext>
            </a:extLst>
          </p:cNvPr>
          <p:cNvPicPr>
            <a:picLocks noChangeAspect="1"/>
          </p:cNvPicPr>
          <p:nvPr userDrawn="1"/>
        </p:nvPicPr>
        <p:blipFill>
          <a:blip r:embed="rId5"/>
          <a:srcRect l="19565" t="12763" r="17523" b="14822"/>
          <a:stretch>
            <a:fillRect/>
          </a:stretch>
        </p:blipFill>
        <p:spPr>
          <a:xfrm>
            <a:off x="93743" y="3757950"/>
            <a:ext cx="900000" cy="690620"/>
          </a:xfrm>
          <a:prstGeom prst="rect">
            <a:avLst/>
          </a:prstGeom>
        </p:spPr>
      </p:pic>
      <p:sp>
        <p:nvSpPr>
          <p:cNvPr id="23" name="TextBox 22">
            <a:extLst>
              <a:ext uri="{FF2B5EF4-FFF2-40B4-BE49-F238E27FC236}">
                <a16:creationId xmlns:a16="http://schemas.microsoft.com/office/drawing/2014/main" id="{A7D506EA-1DD6-373F-3F69-FE8EAAE01882}"/>
              </a:ext>
            </a:extLst>
          </p:cNvPr>
          <p:cNvSpPr txBox="1"/>
          <p:nvPr userDrawn="1"/>
        </p:nvSpPr>
        <p:spPr>
          <a:xfrm>
            <a:off x="0" y="2123523"/>
            <a:ext cx="1155248" cy="338554"/>
          </a:xfrm>
          <a:prstGeom prst="rect">
            <a:avLst/>
          </a:prstGeom>
          <a:noFill/>
        </p:spPr>
        <p:txBody>
          <a:bodyPr wrap="square">
            <a:spAutoFit/>
          </a:bodyPr>
          <a:lstStyle/>
          <a:p>
            <a:pPr algn="ctr"/>
            <a:r>
              <a:rPr lang="en-US" sz="1600" b="0" dirty="0">
                <a:solidFill>
                  <a:srgbClr val="00B0F0"/>
                </a:solidFill>
                <a:latin typeface="+mj-lt"/>
              </a:rPr>
              <a:t>systems</a:t>
            </a:r>
          </a:p>
        </p:txBody>
      </p:sp>
      <p:sp>
        <p:nvSpPr>
          <p:cNvPr id="24" name="TextBox 23">
            <a:extLst>
              <a:ext uri="{FF2B5EF4-FFF2-40B4-BE49-F238E27FC236}">
                <a16:creationId xmlns:a16="http://schemas.microsoft.com/office/drawing/2014/main" id="{82C1755F-A5C4-E930-D39D-CC252BBA8F89}"/>
              </a:ext>
            </a:extLst>
          </p:cNvPr>
          <p:cNvSpPr txBox="1"/>
          <p:nvPr userDrawn="1"/>
        </p:nvSpPr>
        <p:spPr>
          <a:xfrm>
            <a:off x="0" y="3371555"/>
            <a:ext cx="1155248" cy="338554"/>
          </a:xfrm>
          <a:prstGeom prst="rect">
            <a:avLst/>
          </a:prstGeom>
          <a:noFill/>
        </p:spPr>
        <p:txBody>
          <a:bodyPr wrap="square">
            <a:spAutoFit/>
          </a:bodyPr>
          <a:lstStyle/>
          <a:p>
            <a:pPr algn="ctr"/>
            <a:r>
              <a:rPr lang="en-US" sz="1600" b="0" dirty="0">
                <a:solidFill>
                  <a:srgbClr val="00B0F0"/>
                </a:solidFill>
                <a:latin typeface="+mj-lt"/>
              </a:rPr>
              <a:t>modeling</a:t>
            </a:r>
          </a:p>
        </p:txBody>
      </p:sp>
      <p:sp>
        <p:nvSpPr>
          <p:cNvPr id="25" name="TextBox 24">
            <a:extLst>
              <a:ext uri="{FF2B5EF4-FFF2-40B4-BE49-F238E27FC236}">
                <a16:creationId xmlns:a16="http://schemas.microsoft.com/office/drawing/2014/main" id="{4CA0FADB-EC8B-3233-2454-FCDD8A9BE068}"/>
              </a:ext>
            </a:extLst>
          </p:cNvPr>
          <p:cNvSpPr txBox="1"/>
          <p:nvPr userDrawn="1"/>
        </p:nvSpPr>
        <p:spPr>
          <a:xfrm>
            <a:off x="0" y="4395924"/>
            <a:ext cx="1155248" cy="338554"/>
          </a:xfrm>
          <a:prstGeom prst="rect">
            <a:avLst/>
          </a:prstGeom>
          <a:noFill/>
        </p:spPr>
        <p:txBody>
          <a:bodyPr wrap="square">
            <a:spAutoFit/>
          </a:bodyPr>
          <a:lstStyle/>
          <a:p>
            <a:pPr algn="ctr"/>
            <a:r>
              <a:rPr lang="en-US" sz="1600" b="0" dirty="0">
                <a:solidFill>
                  <a:srgbClr val="00B0F0"/>
                </a:solidFill>
                <a:latin typeface="+mj-lt"/>
              </a:rPr>
              <a:t>insights</a:t>
            </a:r>
          </a:p>
        </p:txBody>
      </p:sp>
    </p:spTree>
    <p:extLst>
      <p:ext uri="{BB962C8B-B14F-4D97-AF65-F5344CB8AC3E}">
        <p14:creationId xmlns:p14="http://schemas.microsoft.com/office/powerpoint/2010/main" val="383279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1">
    <p:spTree>
      <p:nvGrpSpPr>
        <p:cNvPr id="1" name=""/>
        <p:cNvGrpSpPr/>
        <p:nvPr/>
      </p:nvGrpSpPr>
      <p:grpSpPr>
        <a:xfrm>
          <a:off x="0" y="0"/>
          <a:ext cx="0" cy="0"/>
          <a:chOff x="0" y="0"/>
          <a:chExt cx="0" cy="0"/>
        </a:xfrm>
      </p:grpSpPr>
      <p:sp>
        <p:nvSpPr>
          <p:cNvPr id="5" name="Slide Number Placeholder 2"/>
          <p:cNvSpPr>
            <a:spLocks noGrp="1"/>
          </p:cNvSpPr>
          <p:nvPr>
            <p:ph type="sldNum" sz="quarter" idx="4"/>
          </p:nvPr>
        </p:nvSpPr>
        <p:spPr>
          <a:xfrm>
            <a:off x="11376587" y="103654"/>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17" name="Title 22">
            <a:extLst>
              <a:ext uri="{FF2B5EF4-FFF2-40B4-BE49-F238E27FC236}">
                <a16:creationId xmlns:a16="http://schemas.microsoft.com/office/drawing/2014/main" id="{524469DB-CC6E-DF67-336E-C19061B6F48A}"/>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18" name="Text Placeholder 2">
            <a:extLst>
              <a:ext uri="{FF2B5EF4-FFF2-40B4-BE49-F238E27FC236}">
                <a16:creationId xmlns:a16="http://schemas.microsoft.com/office/drawing/2014/main" id="{EF22369D-9DBF-82F4-EFCB-806C94D838EB}"/>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Box 1">
            <a:extLst>
              <a:ext uri="{FF2B5EF4-FFF2-40B4-BE49-F238E27FC236}">
                <a16:creationId xmlns:a16="http://schemas.microsoft.com/office/drawing/2014/main" id="{11517D38-642C-BBA4-5C46-0D298A97FD30}"/>
              </a:ext>
            </a:extLst>
          </p:cNvPr>
          <p:cNvSpPr txBox="1"/>
          <p:nvPr userDrawn="1"/>
        </p:nvSpPr>
        <p:spPr>
          <a:xfrm>
            <a:off x="0" y="875316"/>
            <a:ext cx="1155248" cy="276999"/>
          </a:xfrm>
          <a:prstGeom prst="rect">
            <a:avLst/>
          </a:prstGeom>
          <a:noFill/>
        </p:spPr>
        <p:txBody>
          <a:bodyPr wrap="square">
            <a:spAutoFit/>
          </a:bodyPr>
          <a:lstStyle/>
          <a:p>
            <a:pPr algn="ctr"/>
            <a:r>
              <a:rPr lang="en-US" sz="1200" b="0" dirty="0">
                <a:solidFill>
                  <a:srgbClr val="00B0F0"/>
                </a:solidFill>
                <a:latin typeface="+mj-lt"/>
              </a:rPr>
              <a:t>fundamentals</a:t>
            </a:r>
          </a:p>
        </p:txBody>
      </p:sp>
      <p:pic>
        <p:nvPicPr>
          <p:cNvPr id="3" name="Picture 2">
            <a:extLst>
              <a:ext uri="{FF2B5EF4-FFF2-40B4-BE49-F238E27FC236}">
                <a16:creationId xmlns:a16="http://schemas.microsoft.com/office/drawing/2014/main" id="{B3F92A25-8CDC-978D-6E0F-871608DB1891}"/>
              </a:ext>
            </a:extLst>
          </p:cNvPr>
          <p:cNvPicPr>
            <a:picLocks noChangeAspect="1"/>
          </p:cNvPicPr>
          <p:nvPr userDrawn="1"/>
        </p:nvPicPr>
        <p:blipFill>
          <a:blip r:embed="rId2"/>
          <a:srcRect l="24454" t="5774" r="24758" b="6525"/>
          <a:stretch>
            <a:fillRect/>
          </a:stretch>
        </p:blipFill>
        <p:spPr>
          <a:xfrm>
            <a:off x="93743" y="64116"/>
            <a:ext cx="900000" cy="848386"/>
          </a:xfrm>
          <a:prstGeom prst="rect">
            <a:avLst/>
          </a:prstGeom>
        </p:spPr>
      </p:pic>
      <p:pic>
        <p:nvPicPr>
          <p:cNvPr id="4" name="Picture 3">
            <a:extLst>
              <a:ext uri="{FF2B5EF4-FFF2-40B4-BE49-F238E27FC236}">
                <a16:creationId xmlns:a16="http://schemas.microsoft.com/office/drawing/2014/main" id="{89093357-ECD7-E32B-9C54-6EE4420BAA0D}"/>
              </a:ext>
            </a:extLst>
          </p:cNvPr>
          <p:cNvPicPr>
            <a:picLocks noChangeAspect="1"/>
          </p:cNvPicPr>
          <p:nvPr userDrawn="1"/>
        </p:nvPicPr>
        <p:blipFill>
          <a:blip r:embed="rId3">
            <a:duotone>
              <a:schemeClr val="bg2">
                <a:shade val="45000"/>
                <a:satMod val="135000"/>
              </a:schemeClr>
              <a:prstClr val="white"/>
            </a:duotone>
          </a:blip>
          <a:srcRect l="19737" t="9839" r="21320" b="12469"/>
          <a:stretch>
            <a:fillRect/>
          </a:stretch>
        </p:blipFill>
        <p:spPr>
          <a:xfrm>
            <a:off x="93743" y="1347790"/>
            <a:ext cx="900000" cy="790855"/>
          </a:xfrm>
          <a:prstGeom prst="rect">
            <a:avLst/>
          </a:prstGeom>
        </p:spPr>
      </p:pic>
      <p:pic>
        <p:nvPicPr>
          <p:cNvPr id="10" name="Picture 9">
            <a:extLst>
              <a:ext uri="{FF2B5EF4-FFF2-40B4-BE49-F238E27FC236}">
                <a16:creationId xmlns:a16="http://schemas.microsoft.com/office/drawing/2014/main" id="{8B5AD225-1003-5D4B-0224-17739E39A267}"/>
              </a:ext>
            </a:extLst>
          </p:cNvPr>
          <p:cNvPicPr>
            <a:picLocks noChangeAspect="1"/>
          </p:cNvPicPr>
          <p:nvPr userDrawn="1"/>
        </p:nvPicPr>
        <p:blipFill>
          <a:blip r:embed="rId4">
            <a:duotone>
              <a:schemeClr val="bg2">
                <a:shade val="45000"/>
                <a:satMod val="135000"/>
              </a:schemeClr>
              <a:prstClr val="white"/>
            </a:duotone>
          </a:blip>
          <a:srcRect l="14818" t="5047" r="15020" b="8220"/>
          <a:stretch>
            <a:fillRect/>
          </a:stretch>
        </p:blipFill>
        <p:spPr>
          <a:xfrm>
            <a:off x="93743" y="2582016"/>
            <a:ext cx="900000" cy="741698"/>
          </a:xfrm>
          <a:prstGeom prst="rect">
            <a:avLst/>
          </a:prstGeom>
        </p:spPr>
      </p:pic>
      <p:pic>
        <p:nvPicPr>
          <p:cNvPr id="11" name="Picture 10">
            <a:extLst>
              <a:ext uri="{FF2B5EF4-FFF2-40B4-BE49-F238E27FC236}">
                <a16:creationId xmlns:a16="http://schemas.microsoft.com/office/drawing/2014/main" id="{BE825020-B3AF-EE2C-16E2-018C504B4EF8}"/>
              </a:ext>
            </a:extLst>
          </p:cNvPr>
          <p:cNvPicPr>
            <a:picLocks noChangeAspect="1"/>
          </p:cNvPicPr>
          <p:nvPr userDrawn="1"/>
        </p:nvPicPr>
        <p:blipFill>
          <a:blip r:embed="rId5">
            <a:duotone>
              <a:schemeClr val="bg2">
                <a:shade val="45000"/>
                <a:satMod val="135000"/>
              </a:schemeClr>
              <a:prstClr val="white"/>
            </a:duotone>
          </a:blip>
          <a:srcRect l="19565" t="12763" r="17523" b="14822"/>
          <a:stretch>
            <a:fillRect/>
          </a:stretch>
        </p:blipFill>
        <p:spPr>
          <a:xfrm>
            <a:off x="93743" y="3757950"/>
            <a:ext cx="900000" cy="690620"/>
          </a:xfrm>
          <a:prstGeom prst="rect">
            <a:avLst/>
          </a:prstGeom>
        </p:spPr>
      </p:pic>
    </p:spTree>
    <p:extLst>
      <p:ext uri="{BB962C8B-B14F-4D97-AF65-F5344CB8AC3E}">
        <p14:creationId xmlns:p14="http://schemas.microsoft.com/office/powerpoint/2010/main" val="2829387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3_1">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2CA78606-020F-5EA1-5DCE-B716852F24E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551" y="717560"/>
            <a:ext cx="675838" cy="675838"/>
          </a:xfrm>
          <a:prstGeom prst="rect">
            <a:avLst/>
          </a:prstGeom>
        </p:spPr>
      </p:pic>
      <p:pic>
        <p:nvPicPr>
          <p:cNvPr id="8" name="Picture 7">
            <a:extLst>
              <a:ext uri="{FF2B5EF4-FFF2-40B4-BE49-F238E27FC236}">
                <a16:creationId xmlns:a16="http://schemas.microsoft.com/office/drawing/2014/main" id="{59AED2D3-6948-F9F2-A539-811F5419476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551" y="83444"/>
            <a:ext cx="675838" cy="675838"/>
          </a:xfrm>
          <a:prstGeom prst="rect">
            <a:avLst/>
          </a:prstGeom>
        </p:spPr>
      </p:pic>
      <p:pic>
        <p:nvPicPr>
          <p:cNvPr id="10" name="Picture 9">
            <a:extLst>
              <a:ext uri="{FF2B5EF4-FFF2-40B4-BE49-F238E27FC236}">
                <a16:creationId xmlns:a16="http://schemas.microsoft.com/office/drawing/2014/main" id="{38EAB192-415B-C068-E822-105765731F3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51" y="1351676"/>
            <a:ext cx="675838" cy="675838"/>
          </a:xfrm>
          <a:prstGeom prst="rect">
            <a:avLst/>
          </a:prstGeom>
        </p:spPr>
      </p:pic>
      <p:pic>
        <p:nvPicPr>
          <p:cNvPr id="14" name="Picture 13">
            <a:extLst>
              <a:ext uri="{FF2B5EF4-FFF2-40B4-BE49-F238E27FC236}">
                <a16:creationId xmlns:a16="http://schemas.microsoft.com/office/drawing/2014/main" id="{21376308-E7C7-969E-82AF-E5E1998194A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451" y="1989075"/>
            <a:ext cx="992038" cy="739181"/>
          </a:xfrm>
          <a:prstGeom prst="rect">
            <a:avLst/>
          </a:prstGeom>
        </p:spPr>
      </p:pic>
      <p:pic>
        <p:nvPicPr>
          <p:cNvPr id="16" name="Picture 15">
            <a:extLst>
              <a:ext uri="{FF2B5EF4-FFF2-40B4-BE49-F238E27FC236}">
                <a16:creationId xmlns:a16="http://schemas.microsoft.com/office/drawing/2014/main" id="{675EB0D6-3FCF-5525-A3C8-13F823B747D9}"/>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551" y="2728256"/>
            <a:ext cx="675838" cy="675838"/>
          </a:xfrm>
          <a:prstGeom prst="rect">
            <a:avLst/>
          </a:prstGeom>
        </p:spPr>
      </p:pic>
      <p:pic>
        <p:nvPicPr>
          <p:cNvPr id="18" name="Picture 17">
            <a:extLst>
              <a:ext uri="{FF2B5EF4-FFF2-40B4-BE49-F238E27FC236}">
                <a16:creationId xmlns:a16="http://schemas.microsoft.com/office/drawing/2014/main" id="{74B629D2-B48D-851E-3CA1-4288158D13FB}"/>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551" y="4104838"/>
            <a:ext cx="675838" cy="675838"/>
          </a:xfrm>
          <a:prstGeom prst="rect">
            <a:avLst/>
          </a:prstGeom>
        </p:spPr>
      </p:pic>
      <p:pic>
        <p:nvPicPr>
          <p:cNvPr id="20" name="Picture 19">
            <a:extLst>
              <a:ext uri="{FF2B5EF4-FFF2-40B4-BE49-F238E27FC236}">
                <a16:creationId xmlns:a16="http://schemas.microsoft.com/office/drawing/2014/main" id="{BBE2AE00-2407-2657-BE7C-039038A8576A}"/>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551" y="4780676"/>
            <a:ext cx="675838" cy="675838"/>
          </a:xfrm>
          <a:prstGeom prst="rect">
            <a:avLst/>
          </a:prstGeom>
        </p:spPr>
      </p:pic>
      <p:pic>
        <p:nvPicPr>
          <p:cNvPr id="22" name="Picture 21">
            <a:extLst>
              <a:ext uri="{FF2B5EF4-FFF2-40B4-BE49-F238E27FC236}">
                <a16:creationId xmlns:a16="http://schemas.microsoft.com/office/drawing/2014/main" id="{628B47A1-2CC0-2279-DB36-712727BD7E18}"/>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69927" y="3404094"/>
            <a:ext cx="675462" cy="675462"/>
          </a:xfrm>
          <a:prstGeom prst="rect">
            <a:avLst/>
          </a:prstGeom>
        </p:spPr>
      </p:pic>
    </p:spTree>
    <p:extLst>
      <p:ext uri="{BB962C8B-B14F-4D97-AF65-F5344CB8AC3E}">
        <p14:creationId xmlns:p14="http://schemas.microsoft.com/office/powerpoint/2010/main" val="290069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Βιβλιογραφία">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2CA78606-020F-5EA1-5DCE-B716852F24E1}"/>
              </a:ext>
            </a:extLst>
          </p:cNvPr>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717560"/>
            <a:ext cx="675838" cy="675838"/>
          </a:xfrm>
          <a:prstGeom prst="rect">
            <a:avLst/>
          </a:prstGeom>
        </p:spPr>
      </p:pic>
      <p:pic>
        <p:nvPicPr>
          <p:cNvPr id="8" name="Picture 7">
            <a:extLst>
              <a:ext uri="{FF2B5EF4-FFF2-40B4-BE49-F238E27FC236}">
                <a16:creationId xmlns:a16="http://schemas.microsoft.com/office/drawing/2014/main" id="{59AED2D3-6948-F9F2-A539-811F5419476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551" y="83444"/>
            <a:ext cx="675838" cy="675838"/>
          </a:xfrm>
          <a:prstGeom prst="rect">
            <a:avLst/>
          </a:prstGeom>
        </p:spPr>
      </p:pic>
      <p:pic>
        <p:nvPicPr>
          <p:cNvPr id="10" name="Picture 9">
            <a:extLst>
              <a:ext uri="{FF2B5EF4-FFF2-40B4-BE49-F238E27FC236}">
                <a16:creationId xmlns:a16="http://schemas.microsoft.com/office/drawing/2014/main" id="{38EAB192-415B-C068-E822-105765731F3F}"/>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1351676"/>
            <a:ext cx="675838" cy="675838"/>
          </a:xfrm>
          <a:prstGeom prst="rect">
            <a:avLst/>
          </a:prstGeom>
        </p:spPr>
      </p:pic>
      <p:pic>
        <p:nvPicPr>
          <p:cNvPr id="14" name="Picture 13">
            <a:extLst>
              <a:ext uri="{FF2B5EF4-FFF2-40B4-BE49-F238E27FC236}">
                <a16:creationId xmlns:a16="http://schemas.microsoft.com/office/drawing/2014/main" id="{21376308-E7C7-969E-82AF-E5E1998194A8}"/>
              </a:ext>
            </a:extLst>
          </p:cNvPr>
          <p:cNvPicPr>
            <a:picLocks noChangeAspect="1"/>
          </p:cNvPicPr>
          <p:nvPr userDrawn="1"/>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51" y="1989075"/>
            <a:ext cx="992038" cy="739181"/>
          </a:xfrm>
          <a:prstGeom prst="rect">
            <a:avLst/>
          </a:prstGeom>
        </p:spPr>
      </p:pic>
      <p:pic>
        <p:nvPicPr>
          <p:cNvPr id="16" name="Picture 15">
            <a:extLst>
              <a:ext uri="{FF2B5EF4-FFF2-40B4-BE49-F238E27FC236}">
                <a16:creationId xmlns:a16="http://schemas.microsoft.com/office/drawing/2014/main" id="{675EB0D6-3FCF-5525-A3C8-13F823B747D9}"/>
              </a:ext>
            </a:extLst>
          </p:cNvPr>
          <p:cNvPicPr>
            <a:picLocks noChangeAspect="1"/>
          </p:cNvPicPr>
          <p:nvPr userDrawn="1"/>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2728256"/>
            <a:ext cx="675838" cy="675838"/>
          </a:xfrm>
          <a:prstGeom prst="rect">
            <a:avLst/>
          </a:prstGeom>
        </p:spPr>
      </p:pic>
      <p:pic>
        <p:nvPicPr>
          <p:cNvPr id="18" name="Picture 17">
            <a:extLst>
              <a:ext uri="{FF2B5EF4-FFF2-40B4-BE49-F238E27FC236}">
                <a16:creationId xmlns:a16="http://schemas.microsoft.com/office/drawing/2014/main" id="{74B629D2-B48D-851E-3CA1-4288158D13FB}"/>
              </a:ext>
            </a:extLst>
          </p:cNvPr>
          <p:cNvPicPr>
            <a:picLocks noChangeAspect="1"/>
          </p:cNvPicPr>
          <p:nvPr userDrawn="1"/>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104838"/>
            <a:ext cx="675838" cy="675838"/>
          </a:xfrm>
          <a:prstGeom prst="rect">
            <a:avLst/>
          </a:prstGeom>
        </p:spPr>
      </p:pic>
      <p:pic>
        <p:nvPicPr>
          <p:cNvPr id="20" name="Picture 19">
            <a:extLst>
              <a:ext uri="{FF2B5EF4-FFF2-40B4-BE49-F238E27FC236}">
                <a16:creationId xmlns:a16="http://schemas.microsoft.com/office/drawing/2014/main" id="{BBE2AE00-2407-2657-BE7C-039038A8576A}"/>
              </a:ext>
            </a:extLst>
          </p:cNvPr>
          <p:cNvPicPr>
            <a:picLocks noChangeAspect="1"/>
          </p:cNvPicPr>
          <p:nvPr userDrawn="1"/>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780676"/>
            <a:ext cx="675838" cy="675838"/>
          </a:xfrm>
          <a:prstGeom prst="rect">
            <a:avLst/>
          </a:prstGeom>
        </p:spPr>
      </p:pic>
      <p:pic>
        <p:nvPicPr>
          <p:cNvPr id="22" name="Picture 21">
            <a:extLst>
              <a:ext uri="{FF2B5EF4-FFF2-40B4-BE49-F238E27FC236}">
                <a16:creationId xmlns:a16="http://schemas.microsoft.com/office/drawing/2014/main" id="{628B47A1-2CC0-2279-DB36-712727BD7E18}"/>
              </a:ext>
            </a:extLst>
          </p:cNvPr>
          <p:cNvPicPr>
            <a:picLocks noChangeAspect="1"/>
          </p:cNvPicPr>
          <p:nvPr userDrawn="1"/>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927" y="3404094"/>
            <a:ext cx="675462" cy="675462"/>
          </a:xfrm>
          <a:prstGeom prst="rect">
            <a:avLst/>
          </a:prstGeom>
        </p:spPr>
      </p:pic>
    </p:spTree>
    <p:extLst>
      <p:ext uri="{BB962C8B-B14F-4D97-AF65-F5344CB8AC3E}">
        <p14:creationId xmlns:p14="http://schemas.microsoft.com/office/powerpoint/2010/main" val="2435282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Μοντέλα συμπεριφοράς">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2CA78606-020F-5EA1-5DCE-B716852F24E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551" y="717560"/>
            <a:ext cx="675838" cy="675838"/>
          </a:xfrm>
          <a:prstGeom prst="rect">
            <a:avLst/>
          </a:prstGeom>
        </p:spPr>
      </p:pic>
      <p:pic>
        <p:nvPicPr>
          <p:cNvPr id="8" name="Picture 7">
            <a:extLst>
              <a:ext uri="{FF2B5EF4-FFF2-40B4-BE49-F238E27FC236}">
                <a16:creationId xmlns:a16="http://schemas.microsoft.com/office/drawing/2014/main" id="{59AED2D3-6948-F9F2-A539-811F5419476B}"/>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83444"/>
            <a:ext cx="675838" cy="675838"/>
          </a:xfrm>
          <a:prstGeom prst="rect">
            <a:avLst/>
          </a:prstGeom>
        </p:spPr>
      </p:pic>
      <p:pic>
        <p:nvPicPr>
          <p:cNvPr id="10" name="Picture 9">
            <a:extLst>
              <a:ext uri="{FF2B5EF4-FFF2-40B4-BE49-F238E27FC236}">
                <a16:creationId xmlns:a16="http://schemas.microsoft.com/office/drawing/2014/main" id="{38EAB192-415B-C068-E822-105765731F3F}"/>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1351676"/>
            <a:ext cx="675838" cy="675838"/>
          </a:xfrm>
          <a:prstGeom prst="rect">
            <a:avLst/>
          </a:prstGeom>
        </p:spPr>
      </p:pic>
      <p:pic>
        <p:nvPicPr>
          <p:cNvPr id="14" name="Picture 13">
            <a:extLst>
              <a:ext uri="{FF2B5EF4-FFF2-40B4-BE49-F238E27FC236}">
                <a16:creationId xmlns:a16="http://schemas.microsoft.com/office/drawing/2014/main" id="{21376308-E7C7-969E-82AF-E5E1998194A8}"/>
              </a:ext>
            </a:extLst>
          </p:cNvPr>
          <p:cNvPicPr>
            <a:picLocks noChangeAspect="1"/>
          </p:cNvPicPr>
          <p:nvPr userDrawn="1"/>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51" y="1989075"/>
            <a:ext cx="992038" cy="739181"/>
          </a:xfrm>
          <a:prstGeom prst="rect">
            <a:avLst/>
          </a:prstGeom>
        </p:spPr>
      </p:pic>
      <p:pic>
        <p:nvPicPr>
          <p:cNvPr id="16" name="Picture 15">
            <a:extLst>
              <a:ext uri="{FF2B5EF4-FFF2-40B4-BE49-F238E27FC236}">
                <a16:creationId xmlns:a16="http://schemas.microsoft.com/office/drawing/2014/main" id="{675EB0D6-3FCF-5525-A3C8-13F823B747D9}"/>
              </a:ext>
            </a:extLst>
          </p:cNvPr>
          <p:cNvPicPr>
            <a:picLocks noChangeAspect="1"/>
          </p:cNvPicPr>
          <p:nvPr userDrawn="1"/>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2728256"/>
            <a:ext cx="675838" cy="675838"/>
          </a:xfrm>
          <a:prstGeom prst="rect">
            <a:avLst/>
          </a:prstGeom>
        </p:spPr>
      </p:pic>
      <p:pic>
        <p:nvPicPr>
          <p:cNvPr id="18" name="Picture 17">
            <a:extLst>
              <a:ext uri="{FF2B5EF4-FFF2-40B4-BE49-F238E27FC236}">
                <a16:creationId xmlns:a16="http://schemas.microsoft.com/office/drawing/2014/main" id="{74B629D2-B48D-851E-3CA1-4288158D13FB}"/>
              </a:ext>
            </a:extLst>
          </p:cNvPr>
          <p:cNvPicPr>
            <a:picLocks noChangeAspect="1"/>
          </p:cNvPicPr>
          <p:nvPr userDrawn="1"/>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104838"/>
            <a:ext cx="675838" cy="675838"/>
          </a:xfrm>
          <a:prstGeom prst="rect">
            <a:avLst/>
          </a:prstGeom>
        </p:spPr>
      </p:pic>
      <p:pic>
        <p:nvPicPr>
          <p:cNvPr id="20" name="Picture 19">
            <a:extLst>
              <a:ext uri="{FF2B5EF4-FFF2-40B4-BE49-F238E27FC236}">
                <a16:creationId xmlns:a16="http://schemas.microsoft.com/office/drawing/2014/main" id="{BBE2AE00-2407-2657-BE7C-039038A8576A}"/>
              </a:ext>
            </a:extLst>
          </p:cNvPr>
          <p:cNvPicPr>
            <a:picLocks noChangeAspect="1"/>
          </p:cNvPicPr>
          <p:nvPr userDrawn="1"/>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780676"/>
            <a:ext cx="675838" cy="675838"/>
          </a:xfrm>
          <a:prstGeom prst="rect">
            <a:avLst/>
          </a:prstGeom>
        </p:spPr>
      </p:pic>
      <p:pic>
        <p:nvPicPr>
          <p:cNvPr id="22" name="Picture 21">
            <a:extLst>
              <a:ext uri="{FF2B5EF4-FFF2-40B4-BE49-F238E27FC236}">
                <a16:creationId xmlns:a16="http://schemas.microsoft.com/office/drawing/2014/main" id="{628B47A1-2CC0-2279-DB36-712727BD7E18}"/>
              </a:ext>
            </a:extLst>
          </p:cNvPr>
          <p:cNvPicPr>
            <a:picLocks noChangeAspect="1"/>
          </p:cNvPicPr>
          <p:nvPr userDrawn="1"/>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927" y="3404094"/>
            <a:ext cx="675462" cy="675462"/>
          </a:xfrm>
          <a:prstGeom prst="rect">
            <a:avLst/>
          </a:prstGeom>
        </p:spPr>
      </p:pic>
    </p:spTree>
    <p:extLst>
      <p:ext uri="{BB962C8B-B14F-4D97-AF65-F5344CB8AC3E}">
        <p14:creationId xmlns:p14="http://schemas.microsoft.com/office/powerpoint/2010/main" val="1867787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Είδη κινδύνου">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2CA78606-020F-5EA1-5DCE-B716852F24E1}"/>
              </a:ext>
            </a:extLst>
          </p:cNvPr>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717560"/>
            <a:ext cx="675838" cy="675838"/>
          </a:xfrm>
          <a:prstGeom prst="rect">
            <a:avLst/>
          </a:prstGeom>
        </p:spPr>
      </p:pic>
      <p:pic>
        <p:nvPicPr>
          <p:cNvPr id="8" name="Picture 7">
            <a:extLst>
              <a:ext uri="{FF2B5EF4-FFF2-40B4-BE49-F238E27FC236}">
                <a16:creationId xmlns:a16="http://schemas.microsoft.com/office/drawing/2014/main" id="{59AED2D3-6948-F9F2-A539-811F5419476B}"/>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83444"/>
            <a:ext cx="675838" cy="675838"/>
          </a:xfrm>
          <a:prstGeom prst="rect">
            <a:avLst/>
          </a:prstGeom>
        </p:spPr>
      </p:pic>
      <p:pic>
        <p:nvPicPr>
          <p:cNvPr id="10" name="Picture 9">
            <a:extLst>
              <a:ext uri="{FF2B5EF4-FFF2-40B4-BE49-F238E27FC236}">
                <a16:creationId xmlns:a16="http://schemas.microsoft.com/office/drawing/2014/main" id="{38EAB192-415B-C068-E822-105765731F3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51" y="1351676"/>
            <a:ext cx="675838" cy="675838"/>
          </a:xfrm>
          <a:prstGeom prst="rect">
            <a:avLst/>
          </a:prstGeom>
        </p:spPr>
      </p:pic>
      <p:pic>
        <p:nvPicPr>
          <p:cNvPr id="14" name="Picture 13">
            <a:extLst>
              <a:ext uri="{FF2B5EF4-FFF2-40B4-BE49-F238E27FC236}">
                <a16:creationId xmlns:a16="http://schemas.microsoft.com/office/drawing/2014/main" id="{21376308-E7C7-969E-82AF-E5E1998194A8}"/>
              </a:ext>
            </a:extLst>
          </p:cNvPr>
          <p:cNvPicPr>
            <a:picLocks noChangeAspect="1"/>
          </p:cNvPicPr>
          <p:nvPr userDrawn="1"/>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51" y="1989075"/>
            <a:ext cx="992038" cy="739181"/>
          </a:xfrm>
          <a:prstGeom prst="rect">
            <a:avLst/>
          </a:prstGeom>
        </p:spPr>
      </p:pic>
      <p:pic>
        <p:nvPicPr>
          <p:cNvPr id="16" name="Picture 15">
            <a:extLst>
              <a:ext uri="{FF2B5EF4-FFF2-40B4-BE49-F238E27FC236}">
                <a16:creationId xmlns:a16="http://schemas.microsoft.com/office/drawing/2014/main" id="{675EB0D6-3FCF-5525-A3C8-13F823B747D9}"/>
              </a:ext>
            </a:extLst>
          </p:cNvPr>
          <p:cNvPicPr>
            <a:picLocks noChangeAspect="1"/>
          </p:cNvPicPr>
          <p:nvPr userDrawn="1"/>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2728256"/>
            <a:ext cx="675838" cy="675838"/>
          </a:xfrm>
          <a:prstGeom prst="rect">
            <a:avLst/>
          </a:prstGeom>
        </p:spPr>
      </p:pic>
      <p:pic>
        <p:nvPicPr>
          <p:cNvPr id="18" name="Picture 17">
            <a:extLst>
              <a:ext uri="{FF2B5EF4-FFF2-40B4-BE49-F238E27FC236}">
                <a16:creationId xmlns:a16="http://schemas.microsoft.com/office/drawing/2014/main" id="{74B629D2-B48D-851E-3CA1-4288158D13FB}"/>
              </a:ext>
            </a:extLst>
          </p:cNvPr>
          <p:cNvPicPr>
            <a:picLocks noChangeAspect="1"/>
          </p:cNvPicPr>
          <p:nvPr userDrawn="1"/>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104838"/>
            <a:ext cx="675838" cy="675838"/>
          </a:xfrm>
          <a:prstGeom prst="rect">
            <a:avLst/>
          </a:prstGeom>
        </p:spPr>
      </p:pic>
      <p:pic>
        <p:nvPicPr>
          <p:cNvPr id="20" name="Picture 19">
            <a:extLst>
              <a:ext uri="{FF2B5EF4-FFF2-40B4-BE49-F238E27FC236}">
                <a16:creationId xmlns:a16="http://schemas.microsoft.com/office/drawing/2014/main" id="{BBE2AE00-2407-2657-BE7C-039038A8576A}"/>
              </a:ext>
            </a:extLst>
          </p:cNvPr>
          <p:cNvPicPr>
            <a:picLocks noChangeAspect="1"/>
          </p:cNvPicPr>
          <p:nvPr userDrawn="1"/>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780676"/>
            <a:ext cx="675838" cy="675838"/>
          </a:xfrm>
          <a:prstGeom prst="rect">
            <a:avLst/>
          </a:prstGeom>
        </p:spPr>
      </p:pic>
      <p:pic>
        <p:nvPicPr>
          <p:cNvPr id="22" name="Picture 21">
            <a:extLst>
              <a:ext uri="{FF2B5EF4-FFF2-40B4-BE49-F238E27FC236}">
                <a16:creationId xmlns:a16="http://schemas.microsoft.com/office/drawing/2014/main" id="{628B47A1-2CC0-2279-DB36-712727BD7E18}"/>
              </a:ext>
            </a:extLst>
          </p:cNvPr>
          <p:cNvPicPr>
            <a:picLocks noChangeAspect="1"/>
          </p:cNvPicPr>
          <p:nvPr userDrawn="1"/>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927" y="3404094"/>
            <a:ext cx="675462" cy="675462"/>
          </a:xfrm>
          <a:prstGeom prst="rect">
            <a:avLst/>
          </a:prstGeom>
        </p:spPr>
      </p:pic>
    </p:spTree>
    <p:extLst>
      <p:ext uri="{BB962C8B-B14F-4D97-AF65-F5344CB8AC3E}">
        <p14:creationId xmlns:p14="http://schemas.microsoft.com/office/powerpoint/2010/main" val="943305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Επιπτώσεις υγείας">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2CA78606-020F-5EA1-5DCE-B716852F24E1}"/>
              </a:ext>
            </a:extLst>
          </p:cNvPr>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717560"/>
            <a:ext cx="675838" cy="675838"/>
          </a:xfrm>
          <a:prstGeom prst="rect">
            <a:avLst/>
          </a:prstGeom>
        </p:spPr>
      </p:pic>
      <p:pic>
        <p:nvPicPr>
          <p:cNvPr id="8" name="Picture 7">
            <a:extLst>
              <a:ext uri="{FF2B5EF4-FFF2-40B4-BE49-F238E27FC236}">
                <a16:creationId xmlns:a16="http://schemas.microsoft.com/office/drawing/2014/main" id="{59AED2D3-6948-F9F2-A539-811F5419476B}"/>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83444"/>
            <a:ext cx="675838" cy="675838"/>
          </a:xfrm>
          <a:prstGeom prst="rect">
            <a:avLst/>
          </a:prstGeom>
        </p:spPr>
      </p:pic>
      <p:pic>
        <p:nvPicPr>
          <p:cNvPr id="10" name="Picture 9">
            <a:extLst>
              <a:ext uri="{FF2B5EF4-FFF2-40B4-BE49-F238E27FC236}">
                <a16:creationId xmlns:a16="http://schemas.microsoft.com/office/drawing/2014/main" id="{38EAB192-415B-C068-E822-105765731F3F}"/>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1351676"/>
            <a:ext cx="675838" cy="675838"/>
          </a:xfrm>
          <a:prstGeom prst="rect">
            <a:avLst/>
          </a:prstGeom>
        </p:spPr>
      </p:pic>
      <p:pic>
        <p:nvPicPr>
          <p:cNvPr id="14" name="Picture 13">
            <a:extLst>
              <a:ext uri="{FF2B5EF4-FFF2-40B4-BE49-F238E27FC236}">
                <a16:creationId xmlns:a16="http://schemas.microsoft.com/office/drawing/2014/main" id="{21376308-E7C7-969E-82AF-E5E1998194A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451" y="1989075"/>
            <a:ext cx="992038" cy="739181"/>
          </a:xfrm>
          <a:prstGeom prst="rect">
            <a:avLst/>
          </a:prstGeom>
        </p:spPr>
      </p:pic>
      <p:pic>
        <p:nvPicPr>
          <p:cNvPr id="16" name="Picture 15">
            <a:extLst>
              <a:ext uri="{FF2B5EF4-FFF2-40B4-BE49-F238E27FC236}">
                <a16:creationId xmlns:a16="http://schemas.microsoft.com/office/drawing/2014/main" id="{675EB0D6-3FCF-5525-A3C8-13F823B747D9}"/>
              </a:ext>
            </a:extLst>
          </p:cNvPr>
          <p:cNvPicPr>
            <a:picLocks noChangeAspect="1"/>
          </p:cNvPicPr>
          <p:nvPr userDrawn="1"/>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2728256"/>
            <a:ext cx="675838" cy="675838"/>
          </a:xfrm>
          <a:prstGeom prst="rect">
            <a:avLst/>
          </a:prstGeom>
        </p:spPr>
      </p:pic>
      <p:pic>
        <p:nvPicPr>
          <p:cNvPr id="18" name="Picture 17">
            <a:extLst>
              <a:ext uri="{FF2B5EF4-FFF2-40B4-BE49-F238E27FC236}">
                <a16:creationId xmlns:a16="http://schemas.microsoft.com/office/drawing/2014/main" id="{74B629D2-B48D-851E-3CA1-4288158D13FB}"/>
              </a:ext>
            </a:extLst>
          </p:cNvPr>
          <p:cNvPicPr>
            <a:picLocks noChangeAspect="1"/>
          </p:cNvPicPr>
          <p:nvPr userDrawn="1"/>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104838"/>
            <a:ext cx="675838" cy="675838"/>
          </a:xfrm>
          <a:prstGeom prst="rect">
            <a:avLst/>
          </a:prstGeom>
        </p:spPr>
      </p:pic>
      <p:pic>
        <p:nvPicPr>
          <p:cNvPr id="20" name="Picture 19">
            <a:extLst>
              <a:ext uri="{FF2B5EF4-FFF2-40B4-BE49-F238E27FC236}">
                <a16:creationId xmlns:a16="http://schemas.microsoft.com/office/drawing/2014/main" id="{BBE2AE00-2407-2657-BE7C-039038A8576A}"/>
              </a:ext>
            </a:extLst>
          </p:cNvPr>
          <p:cNvPicPr>
            <a:picLocks noChangeAspect="1"/>
          </p:cNvPicPr>
          <p:nvPr userDrawn="1"/>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780676"/>
            <a:ext cx="675838" cy="675838"/>
          </a:xfrm>
          <a:prstGeom prst="rect">
            <a:avLst/>
          </a:prstGeom>
        </p:spPr>
      </p:pic>
      <p:pic>
        <p:nvPicPr>
          <p:cNvPr id="22" name="Picture 21">
            <a:extLst>
              <a:ext uri="{FF2B5EF4-FFF2-40B4-BE49-F238E27FC236}">
                <a16:creationId xmlns:a16="http://schemas.microsoft.com/office/drawing/2014/main" id="{628B47A1-2CC0-2279-DB36-712727BD7E18}"/>
              </a:ext>
            </a:extLst>
          </p:cNvPr>
          <p:cNvPicPr>
            <a:picLocks noChangeAspect="1"/>
          </p:cNvPicPr>
          <p:nvPr userDrawn="1"/>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927" y="3404094"/>
            <a:ext cx="675462" cy="675462"/>
          </a:xfrm>
          <a:prstGeom prst="rect">
            <a:avLst/>
          </a:prstGeom>
        </p:spPr>
      </p:pic>
    </p:spTree>
    <p:extLst>
      <p:ext uri="{BB962C8B-B14F-4D97-AF65-F5344CB8AC3E}">
        <p14:creationId xmlns:p14="http://schemas.microsoft.com/office/powerpoint/2010/main" val="3481765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thfinding">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2CA78606-020F-5EA1-5DCE-B716852F24E1}"/>
              </a:ext>
            </a:extLst>
          </p:cNvPr>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717560"/>
            <a:ext cx="675838" cy="675838"/>
          </a:xfrm>
          <a:prstGeom prst="rect">
            <a:avLst/>
          </a:prstGeom>
        </p:spPr>
      </p:pic>
      <p:pic>
        <p:nvPicPr>
          <p:cNvPr id="8" name="Picture 7">
            <a:extLst>
              <a:ext uri="{FF2B5EF4-FFF2-40B4-BE49-F238E27FC236}">
                <a16:creationId xmlns:a16="http://schemas.microsoft.com/office/drawing/2014/main" id="{59AED2D3-6948-F9F2-A539-811F5419476B}"/>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83444"/>
            <a:ext cx="675838" cy="675838"/>
          </a:xfrm>
          <a:prstGeom prst="rect">
            <a:avLst/>
          </a:prstGeom>
        </p:spPr>
      </p:pic>
      <p:pic>
        <p:nvPicPr>
          <p:cNvPr id="10" name="Picture 9">
            <a:extLst>
              <a:ext uri="{FF2B5EF4-FFF2-40B4-BE49-F238E27FC236}">
                <a16:creationId xmlns:a16="http://schemas.microsoft.com/office/drawing/2014/main" id="{38EAB192-415B-C068-E822-105765731F3F}"/>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1351676"/>
            <a:ext cx="675838" cy="675838"/>
          </a:xfrm>
          <a:prstGeom prst="rect">
            <a:avLst/>
          </a:prstGeom>
        </p:spPr>
      </p:pic>
      <p:pic>
        <p:nvPicPr>
          <p:cNvPr id="14" name="Picture 13">
            <a:extLst>
              <a:ext uri="{FF2B5EF4-FFF2-40B4-BE49-F238E27FC236}">
                <a16:creationId xmlns:a16="http://schemas.microsoft.com/office/drawing/2014/main" id="{21376308-E7C7-969E-82AF-E5E1998194A8}"/>
              </a:ext>
            </a:extLst>
          </p:cNvPr>
          <p:cNvPicPr>
            <a:picLocks noChangeAspect="1"/>
          </p:cNvPicPr>
          <p:nvPr userDrawn="1"/>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51" y="1989075"/>
            <a:ext cx="992038" cy="739181"/>
          </a:xfrm>
          <a:prstGeom prst="rect">
            <a:avLst/>
          </a:prstGeom>
        </p:spPr>
      </p:pic>
      <p:pic>
        <p:nvPicPr>
          <p:cNvPr id="16" name="Picture 15">
            <a:extLst>
              <a:ext uri="{FF2B5EF4-FFF2-40B4-BE49-F238E27FC236}">
                <a16:creationId xmlns:a16="http://schemas.microsoft.com/office/drawing/2014/main" id="{675EB0D6-3FCF-5525-A3C8-13F823B747D9}"/>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9551" y="2728256"/>
            <a:ext cx="675838" cy="675838"/>
          </a:xfrm>
          <a:prstGeom prst="rect">
            <a:avLst/>
          </a:prstGeom>
        </p:spPr>
      </p:pic>
      <p:pic>
        <p:nvPicPr>
          <p:cNvPr id="18" name="Picture 17">
            <a:extLst>
              <a:ext uri="{FF2B5EF4-FFF2-40B4-BE49-F238E27FC236}">
                <a16:creationId xmlns:a16="http://schemas.microsoft.com/office/drawing/2014/main" id="{74B629D2-B48D-851E-3CA1-4288158D13FB}"/>
              </a:ext>
            </a:extLst>
          </p:cNvPr>
          <p:cNvPicPr>
            <a:picLocks noChangeAspect="1"/>
          </p:cNvPicPr>
          <p:nvPr userDrawn="1"/>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104838"/>
            <a:ext cx="675838" cy="675838"/>
          </a:xfrm>
          <a:prstGeom prst="rect">
            <a:avLst/>
          </a:prstGeom>
        </p:spPr>
      </p:pic>
      <p:pic>
        <p:nvPicPr>
          <p:cNvPr id="20" name="Picture 19">
            <a:extLst>
              <a:ext uri="{FF2B5EF4-FFF2-40B4-BE49-F238E27FC236}">
                <a16:creationId xmlns:a16="http://schemas.microsoft.com/office/drawing/2014/main" id="{BBE2AE00-2407-2657-BE7C-039038A8576A}"/>
              </a:ext>
            </a:extLst>
          </p:cNvPr>
          <p:cNvPicPr>
            <a:picLocks noChangeAspect="1"/>
          </p:cNvPicPr>
          <p:nvPr userDrawn="1"/>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780676"/>
            <a:ext cx="675838" cy="675838"/>
          </a:xfrm>
          <a:prstGeom prst="rect">
            <a:avLst/>
          </a:prstGeom>
        </p:spPr>
      </p:pic>
      <p:pic>
        <p:nvPicPr>
          <p:cNvPr id="22" name="Picture 21">
            <a:extLst>
              <a:ext uri="{FF2B5EF4-FFF2-40B4-BE49-F238E27FC236}">
                <a16:creationId xmlns:a16="http://schemas.microsoft.com/office/drawing/2014/main" id="{628B47A1-2CC0-2279-DB36-712727BD7E18}"/>
              </a:ext>
            </a:extLst>
          </p:cNvPr>
          <p:cNvPicPr>
            <a:picLocks noChangeAspect="1"/>
          </p:cNvPicPr>
          <p:nvPr userDrawn="1"/>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927" y="3404094"/>
            <a:ext cx="675462" cy="675462"/>
          </a:xfrm>
          <a:prstGeom prst="rect">
            <a:avLst/>
          </a:prstGeom>
        </p:spPr>
      </p:pic>
    </p:spTree>
    <p:extLst>
      <p:ext uri="{BB962C8B-B14F-4D97-AF65-F5344CB8AC3E}">
        <p14:creationId xmlns:p14="http://schemas.microsoft.com/office/powerpoint/2010/main" val="3351873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Julia">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2CA78606-020F-5EA1-5DCE-B716852F24E1}"/>
              </a:ext>
            </a:extLst>
          </p:cNvPr>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717560"/>
            <a:ext cx="675838" cy="675838"/>
          </a:xfrm>
          <a:prstGeom prst="rect">
            <a:avLst/>
          </a:prstGeom>
        </p:spPr>
      </p:pic>
      <p:pic>
        <p:nvPicPr>
          <p:cNvPr id="8" name="Picture 7">
            <a:extLst>
              <a:ext uri="{FF2B5EF4-FFF2-40B4-BE49-F238E27FC236}">
                <a16:creationId xmlns:a16="http://schemas.microsoft.com/office/drawing/2014/main" id="{59AED2D3-6948-F9F2-A539-811F5419476B}"/>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83444"/>
            <a:ext cx="675838" cy="675838"/>
          </a:xfrm>
          <a:prstGeom prst="rect">
            <a:avLst/>
          </a:prstGeom>
        </p:spPr>
      </p:pic>
      <p:pic>
        <p:nvPicPr>
          <p:cNvPr id="10" name="Picture 9">
            <a:extLst>
              <a:ext uri="{FF2B5EF4-FFF2-40B4-BE49-F238E27FC236}">
                <a16:creationId xmlns:a16="http://schemas.microsoft.com/office/drawing/2014/main" id="{38EAB192-415B-C068-E822-105765731F3F}"/>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1351676"/>
            <a:ext cx="675838" cy="675838"/>
          </a:xfrm>
          <a:prstGeom prst="rect">
            <a:avLst/>
          </a:prstGeom>
        </p:spPr>
      </p:pic>
      <p:pic>
        <p:nvPicPr>
          <p:cNvPr id="14" name="Picture 13">
            <a:extLst>
              <a:ext uri="{FF2B5EF4-FFF2-40B4-BE49-F238E27FC236}">
                <a16:creationId xmlns:a16="http://schemas.microsoft.com/office/drawing/2014/main" id="{21376308-E7C7-969E-82AF-E5E1998194A8}"/>
              </a:ext>
            </a:extLst>
          </p:cNvPr>
          <p:cNvPicPr>
            <a:picLocks noChangeAspect="1"/>
          </p:cNvPicPr>
          <p:nvPr userDrawn="1"/>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51" y="1989075"/>
            <a:ext cx="992038" cy="739181"/>
          </a:xfrm>
          <a:prstGeom prst="rect">
            <a:avLst/>
          </a:prstGeom>
        </p:spPr>
      </p:pic>
      <p:pic>
        <p:nvPicPr>
          <p:cNvPr id="16" name="Picture 15">
            <a:extLst>
              <a:ext uri="{FF2B5EF4-FFF2-40B4-BE49-F238E27FC236}">
                <a16:creationId xmlns:a16="http://schemas.microsoft.com/office/drawing/2014/main" id="{675EB0D6-3FCF-5525-A3C8-13F823B747D9}"/>
              </a:ext>
            </a:extLst>
          </p:cNvPr>
          <p:cNvPicPr>
            <a:picLocks noChangeAspect="1"/>
          </p:cNvPicPr>
          <p:nvPr userDrawn="1"/>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2728256"/>
            <a:ext cx="675838" cy="675838"/>
          </a:xfrm>
          <a:prstGeom prst="rect">
            <a:avLst/>
          </a:prstGeom>
        </p:spPr>
      </p:pic>
      <p:pic>
        <p:nvPicPr>
          <p:cNvPr id="18" name="Picture 17">
            <a:extLst>
              <a:ext uri="{FF2B5EF4-FFF2-40B4-BE49-F238E27FC236}">
                <a16:creationId xmlns:a16="http://schemas.microsoft.com/office/drawing/2014/main" id="{74B629D2-B48D-851E-3CA1-4288158D13FB}"/>
              </a:ext>
            </a:extLst>
          </p:cNvPr>
          <p:cNvPicPr>
            <a:picLocks noChangeAspect="1"/>
          </p:cNvPicPr>
          <p:nvPr userDrawn="1"/>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104838"/>
            <a:ext cx="675838" cy="675838"/>
          </a:xfrm>
          <a:prstGeom prst="rect">
            <a:avLst/>
          </a:prstGeom>
        </p:spPr>
      </p:pic>
      <p:pic>
        <p:nvPicPr>
          <p:cNvPr id="20" name="Picture 19">
            <a:extLst>
              <a:ext uri="{FF2B5EF4-FFF2-40B4-BE49-F238E27FC236}">
                <a16:creationId xmlns:a16="http://schemas.microsoft.com/office/drawing/2014/main" id="{BBE2AE00-2407-2657-BE7C-039038A8576A}"/>
              </a:ext>
            </a:extLst>
          </p:cNvPr>
          <p:cNvPicPr>
            <a:picLocks noChangeAspect="1"/>
          </p:cNvPicPr>
          <p:nvPr userDrawn="1"/>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780676"/>
            <a:ext cx="675838" cy="675838"/>
          </a:xfrm>
          <a:prstGeom prst="rect">
            <a:avLst/>
          </a:prstGeom>
        </p:spPr>
      </p:pic>
      <p:pic>
        <p:nvPicPr>
          <p:cNvPr id="22" name="Picture 21">
            <a:extLst>
              <a:ext uri="{FF2B5EF4-FFF2-40B4-BE49-F238E27FC236}">
                <a16:creationId xmlns:a16="http://schemas.microsoft.com/office/drawing/2014/main" id="{628B47A1-2CC0-2279-DB36-712727BD7E18}"/>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69927" y="3404094"/>
            <a:ext cx="675462" cy="675462"/>
          </a:xfrm>
          <a:prstGeom prst="rect">
            <a:avLst/>
          </a:prstGeom>
        </p:spPr>
      </p:pic>
    </p:spTree>
    <p:extLst>
      <p:ext uri="{BB962C8B-B14F-4D97-AF65-F5344CB8AC3E}">
        <p14:creationId xmlns:p14="http://schemas.microsoft.com/office/powerpoint/2010/main" val="1868427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2CA78606-020F-5EA1-5DCE-B716852F24E1}"/>
              </a:ext>
            </a:extLst>
          </p:cNvPr>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717560"/>
            <a:ext cx="675838" cy="675838"/>
          </a:xfrm>
          <a:prstGeom prst="rect">
            <a:avLst/>
          </a:prstGeom>
        </p:spPr>
      </p:pic>
      <p:pic>
        <p:nvPicPr>
          <p:cNvPr id="8" name="Picture 7">
            <a:extLst>
              <a:ext uri="{FF2B5EF4-FFF2-40B4-BE49-F238E27FC236}">
                <a16:creationId xmlns:a16="http://schemas.microsoft.com/office/drawing/2014/main" id="{59AED2D3-6948-F9F2-A539-811F5419476B}"/>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83444"/>
            <a:ext cx="675838" cy="675838"/>
          </a:xfrm>
          <a:prstGeom prst="rect">
            <a:avLst/>
          </a:prstGeom>
        </p:spPr>
      </p:pic>
      <p:pic>
        <p:nvPicPr>
          <p:cNvPr id="10" name="Picture 9">
            <a:extLst>
              <a:ext uri="{FF2B5EF4-FFF2-40B4-BE49-F238E27FC236}">
                <a16:creationId xmlns:a16="http://schemas.microsoft.com/office/drawing/2014/main" id="{38EAB192-415B-C068-E822-105765731F3F}"/>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1351676"/>
            <a:ext cx="675838" cy="675838"/>
          </a:xfrm>
          <a:prstGeom prst="rect">
            <a:avLst/>
          </a:prstGeom>
        </p:spPr>
      </p:pic>
      <p:pic>
        <p:nvPicPr>
          <p:cNvPr id="14" name="Picture 13">
            <a:extLst>
              <a:ext uri="{FF2B5EF4-FFF2-40B4-BE49-F238E27FC236}">
                <a16:creationId xmlns:a16="http://schemas.microsoft.com/office/drawing/2014/main" id="{21376308-E7C7-969E-82AF-E5E1998194A8}"/>
              </a:ext>
            </a:extLst>
          </p:cNvPr>
          <p:cNvPicPr>
            <a:picLocks noChangeAspect="1"/>
          </p:cNvPicPr>
          <p:nvPr userDrawn="1"/>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51" y="1989075"/>
            <a:ext cx="992038" cy="739181"/>
          </a:xfrm>
          <a:prstGeom prst="rect">
            <a:avLst/>
          </a:prstGeom>
        </p:spPr>
      </p:pic>
      <p:pic>
        <p:nvPicPr>
          <p:cNvPr id="16" name="Picture 15">
            <a:extLst>
              <a:ext uri="{FF2B5EF4-FFF2-40B4-BE49-F238E27FC236}">
                <a16:creationId xmlns:a16="http://schemas.microsoft.com/office/drawing/2014/main" id="{675EB0D6-3FCF-5525-A3C8-13F823B747D9}"/>
              </a:ext>
            </a:extLst>
          </p:cNvPr>
          <p:cNvPicPr>
            <a:picLocks noChangeAspect="1"/>
          </p:cNvPicPr>
          <p:nvPr userDrawn="1"/>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2728256"/>
            <a:ext cx="675838" cy="675838"/>
          </a:xfrm>
          <a:prstGeom prst="rect">
            <a:avLst/>
          </a:prstGeom>
        </p:spPr>
      </p:pic>
      <p:pic>
        <p:nvPicPr>
          <p:cNvPr id="18" name="Picture 17">
            <a:extLst>
              <a:ext uri="{FF2B5EF4-FFF2-40B4-BE49-F238E27FC236}">
                <a16:creationId xmlns:a16="http://schemas.microsoft.com/office/drawing/2014/main" id="{74B629D2-B48D-851E-3CA1-4288158D13FB}"/>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9551" y="4104838"/>
            <a:ext cx="675838" cy="675838"/>
          </a:xfrm>
          <a:prstGeom prst="rect">
            <a:avLst/>
          </a:prstGeom>
        </p:spPr>
      </p:pic>
      <p:pic>
        <p:nvPicPr>
          <p:cNvPr id="20" name="Picture 19">
            <a:extLst>
              <a:ext uri="{FF2B5EF4-FFF2-40B4-BE49-F238E27FC236}">
                <a16:creationId xmlns:a16="http://schemas.microsoft.com/office/drawing/2014/main" id="{BBE2AE00-2407-2657-BE7C-039038A8576A}"/>
              </a:ext>
            </a:extLst>
          </p:cNvPr>
          <p:cNvPicPr>
            <a:picLocks noChangeAspect="1"/>
          </p:cNvPicPr>
          <p:nvPr userDrawn="1"/>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780676"/>
            <a:ext cx="675838" cy="675838"/>
          </a:xfrm>
          <a:prstGeom prst="rect">
            <a:avLst/>
          </a:prstGeom>
        </p:spPr>
      </p:pic>
      <p:pic>
        <p:nvPicPr>
          <p:cNvPr id="22" name="Picture 21">
            <a:extLst>
              <a:ext uri="{FF2B5EF4-FFF2-40B4-BE49-F238E27FC236}">
                <a16:creationId xmlns:a16="http://schemas.microsoft.com/office/drawing/2014/main" id="{628B47A1-2CC0-2279-DB36-712727BD7E18}"/>
              </a:ext>
            </a:extLst>
          </p:cNvPr>
          <p:cNvPicPr>
            <a:picLocks noChangeAspect="1"/>
          </p:cNvPicPr>
          <p:nvPr userDrawn="1"/>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927" y="3404094"/>
            <a:ext cx="675462" cy="675462"/>
          </a:xfrm>
          <a:prstGeom prst="rect">
            <a:avLst/>
          </a:prstGeom>
        </p:spPr>
      </p:pic>
    </p:spTree>
    <p:extLst>
      <p:ext uri="{BB962C8B-B14F-4D97-AF65-F5344CB8AC3E}">
        <p14:creationId xmlns:p14="http://schemas.microsoft.com/office/powerpoint/2010/main" val="11471908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Αποτελέσματα">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2CA78606-020F-5EA1-5DCE-B716852F24E1}"/>
              </a:ext>
            </a:extLst>
          </p:cNvPr>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717560"/>
            <a:ext cx="675838" cy="675838"/>
          </a:xfrm>
          <a:prstGeom prst="rect">
            <a:avLst/>
          </a:prstGeom>
        </p:spPr>
      </p:pic>
      <p:pic>
        <p:nvPicPr>
          <p:cNvPr id="8" name="Picture 7">
            <a:extLst>
              <a:ext uri="{FF2B5EF4-FFF2-40B4-BE49-F238E27FC236}">
                <a16:creationId xmlns:a16="http://schemas.microsoft.com/office/drawing/2014/main" id="{59AED2D3-6948-F9F2-A539-811F5419476B}"/>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83444"/>
            <a:ext cx="675838" cy="675838"/>
          </a:xfrm>
          <a:prstGeom prst="rect">
            <a:avLst/>
          </a:prstGeom>
        </p:spPr>
      </p:pic>
      <p:pic>
        <p:nvPicPr>
          <p:cNvPr id="10" name="Picture 9">
            <a:extLst>
              <a:ext uri="{FF2B5EF4-FFF2-40B4-BE49-F238E27FC236}">
                <a16:creationId xmlns:a16="http://schemas.microsoft.com/office/drawing/2014/main" id="{38EAB192-415B-C068-E822-105765731F3F}"/>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1351676"/>
            <a:ext cx="675838" cy="675838"/>
          </a:xfrm>
          <a:prstGeom prst="rect">
            <a:avLst/>
          </a:prstGeom>
        </p:spPr>
      </p:pic>
      <p:pic>
        <p:nvPicPr>
          <p:cNvPr id="14" name="Picture 13">
            <a:extLst>
              <a:ext uri="{FF2B5EF4-FFF2-40B4-BE49-F238E27FC236}">
                <a16:creationId xmlns:a16="http://schemas.microsoft.com/office/drawing/2014/main" id="{21376308-E7C7-969E-82AF-E5E1998194A8}"/>
              </a:ext>
            </a:extLst>
          </p:cNvPr>
          <p:cNvPicPr>
            <a:picLocks noChangeAspect="1"/>
          </p:cNvPicPr>
          <p:nvPr userDrawn="1"/>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51" y="1989075"/>
            <a:ext cx="992038" cy="739181"/>
          </a:xfrm>
          <a:prstGeom prst="rect">
            <a:avLst/>
          </a:prstGeom>
        </p:spPr>
      </p:pic>
      <p:pic>
        <p:nvPicPr>
          <p:cNvPr id="16" name="Picture 15">
            <a:extLst>
              <a:ext uri="{FF2B5EF4-FFF2-40B4-BE49-F238E27FC236}">
                <a16:creationId xmlns:a16="http://schemas.microsoft.com/office/drawing/2014/main" id="{675EB0D6-3FCF-5525-A3C8-13F823B747D9}"/>
              </a:ext>
            </a:extLst>
          </p:cNvPr>
          <p:cNvPicPr>
            <a:picLocks noChangeAspect="1"/>
          </p:cNvPicPr>
          <p:nvPr userDrawn="1"/>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2728256"/>
            <a:ext cx="675838" cy="675838"/>
          </a:xfrm>
          <a:prstGeom prst="rect">
            <a:avLst/>
          </a:prstGeom>
        </p:spPr>
      </p:pic>
      <p:pic>
        <p:nvPicPr>
          <p:cNvPr id="18" name="Picture 17">
            <a:extLst>
              <a:ext uri="{FF2B5EF4-FFF2-40B4-BE49-F238E27FC236}">
                <a16:creationId xmlns:a16="http://schemas.microsoft.com/office/drawing/2014/main" id="{74B629D2-B48D-851E-3CA1-4288158D13FB}"/>
              </a:ext>
            </a:extLst>
          </p:cNvPr>
          <p:cNvPicPr>
            <a:picLocks noChangeAspect="1"/>
          </p:cNvPicPr>
          <p:nvPr userDrawn="1"/>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104838"/>
            <a:ext cx="675838" cy="675838"/>
          </a:xfrm>
          <a:prstGeom prst="rect">
            <a:avLst/>
          </a:prstGeom>
        </p:spPr>
      </p:pic>
      <p:pic>
        <p:nvPicPr>
          <p:cNvPr id="20" name="Picture 19">
            <a:extLst>
              <a:ext uri="{FF2B5EF4-FFF2-40B4-BE49-F238E27FC236}">
                <a16:creationId xmlns:a16="http://schemas.microsoft.com/office/drawing/2014/main" id="{BBE2AE00-2407-2657-BE7C-039038A8576A}"/>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69551" y="4780676"/>
            <a:ext cx="675838" cy="675838"/>
          </a:xfrm>
          <a:prstGeom prst="rect">
            <a:avLst/>
          </a:prstGeom>
        </p:spPr>
      </p:pic>
      <p:pic>
        <p:nvPicPr>
          <p:cNvPr id="22" name="Picture 21">
            <a:extLst>
              <a:ext uri="{FF2B5EF4-FFF2-40B4-BE49-F238E27FC236}">
                <a16:creationId xmlns:a16="http://schemas.microsoft.com/office/drawing/2014/main" id="{628B47A1-2CC0-2279-DB36-712727BD7E18}"/>
              </a:ext>
            </a:extLst>
          </p:cNvPr>
          <p:cNvPicPr>
            <a:picLocks noChangeAspect="1"/>
          </p:cNvPicPr>
          <p:nvPr userDrawn="1"/>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927" y="3404094"/>
            <a:ext cx="675462" cy="675462"/>
          </a:xfrm>
          <a:prstGeom prst="rect">
            <a:avLst/>
          </a:prstGeom>
        </p:spPr>
      </p:pic>
    </p:spTree>
    <p:extLst>
      <p:ext uri="{BB962C8B-B14F-4D97-AF65-F5344CB8AC3E}">
        <p14:creationId xmlns:p14="http://schemas.microsoft.com/office/powerpoint/2010/main" val="22691272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2_1">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1">
    <p:spTree>
      <p:nvGrpSpPr>
        <p:cNvPr id="1" name=""/>
        <p:cNvGrpSpPr/>
        <p:nvPr/>
      </p:nvGrpSpPr>
      <p:grpSpPr>
        <a:xfrm>
          <a:off x="0" y="0"/>
          <a:ext cx="0" cy="0"/>
          <a:chOff x="0" y="0"/>
          <a:chExt cx="0" cy="0"/>
        </a:xfrm>
      </p:grpSpPr>
      <p:sp>
        <p:nvSpPr>
          <p:cNvPr id="6" name="Slide Number Placeholder 2"/>
          <p:cNvSpPr>
            <a:spLocks noGrp="1"/>
          </p:cNvSpPr>
          <p:nvPr>
            <p:ph type="sldNum" sz="quarter" idx="4"/>
          </p:nvPr>
        </p:nvSpPr>
        <p:spPr>
          <a:xfrm>
            <a:off x="11376587" y="112532"/>
            <a:ext cx="444533" cy="365125"/>
          </a:xfrm>
          <a:prstGeom prst="rect">
            <a:avLst/>
          </a:prstGeom>
        </p:spPr>
        <p:txBody>
          <a:bodyPr vert="horz" lIns="0" tIns="45720" rIns="0" bIns="45720" rtlCol="0" anchor="ctr"/>
          <a:lstStyle>
            <a:lvl1pPr algn="ctr">
              <a:defRPr kumimoji="0" lang="en-US" sz="1600" b="1" i="0" u="none" strike="noStrike" kern="1200" cap="none" spc="0" normalizeH="0" baseline="0" smtClean="0">
                <a:ln>
                  <a:noFill/>
                </a:ln>
                <a:solidFill>
                  <a:schemeClr val="accent5"/>
                </a:solidFill>
                <a:effectLst>
                  <a:outerShdw blurRad="38100" dist="38100" dir="2700000" algn="tl">
                    <a:srgbClr val="000000">
                      <a:alpha val="43137"/>
                    </a:srgbClr>
                  </a:outerShdw>
                </a:effectLst>
                <a:uLnTx/>
                <a:uFillTx/>
                <a:latin typeface="Aptos" panose="020B0004020202020204" pitchFamily="34" charset="0"/>
                <a:ea typeface="+mn-ea"/>
                <a:cs typeface="+mn-cs"/>
              </a:defRPr>
            </a:lvl1pPr>
          </a:lstStyle>
          <a:p>
            <a:fld id="{3490C777-6B35-47B1-993A-7400E925DBDB}" type="slidenum">
              <a:rPr lang="en-US" smtClean="0"/>
              <a:pPr/>
              <a:t>‹#›</a:t>
            </a:fld>
            <a:endParaRPr lang="en-US" dirty="0">
              <a:latin typeface="Aptos" panose="020B0004020202020204" pitchFamily="34" charset="0"/>
            </a:endParaRPr>
          </a:p>
        </p:txBody>
      </p:sp>
      <p:sp>
        <p:nvSpPr>
          <p:cNvPr id="2" name="Title 22">
            <a:extLst>
              <a:ext uri="{FF2B5EF4-FFF2-40B4-BE49-F238E27FC236}">
                <a16:creationId xmlns:a16="http://schemas.microsoft.com/office/drawing/2014/main" id="{5034A014-565D-5F46-12FA-92AD7E3957A5}"/>
              </a:ext>
            </a:extLst>
          </p:cNvPr>
          <p:cNvSpPr>
            <a:spLocks noGrp="1"/>
          </p:cNvSpPr>
          <p:nvPr>
            <p:ph type="title"/>
          </p:nvPr>
        </p:nvSpPr>
        <p:spPr>
          <a:xfrm>
            <a:off x="1245767" y="114328"/>
            <a:ext cx="10034810" cy="650376"/>
          </a:xfrm>
          <a:prstGeom prst="rect">
            <a:avLst/>
          </a:prstGeom>
        </p:spPr>
        <p:txBody>
          <a:bodyPr>
            <a:noAutofit/>
          </a:bodyPr>
          <a:lstStyle>
            <a:lvl1pPr algn="r">
              <a:defRPr sz="2000" b="1">
                <a:solidFill>
                  <a:schemeClr val="accent2"/>
                </a:solidFill>
                <a:effectLst>
                  <a:outerShdw blurRad="38100" dist="38100" dir="2700000" algn="tl">
                    <a:srgbClr val="000000">
                      <a:alpha val="43137"/>
                    </a:srgbClr>
                  </a:outerShdw>
                </a:effectLst>
                <a:latin typeface="Aptos" panose="020B0004020202020204" pitchFamily="34" charset="0"/>
              </a:defRPr>
            </a:lvl1pPr>
          </a:lstStyle>
          <a:p>
            <a:r>
              <a:rPr lang="en-US" dirty="0"/>
              <a:t>Click to edit Master title style</a:t>
            </a:r>
            <a:endParaRPr lang="el-GR" dirty="0"/>
          </a:p>
        </p:txBody>
      </p:sp>
      <p:sp>
        <p:nvSpPr>
          <p:cNvPr id="5" name="Text Placeholder 2">
            <a:extLst>
              <a:ext uri="{FF2B5EF4-FFF2-40B4-BE49-F238E27FC236}">
                <a16:creationId xmlns:a16="http://schemas.microsoft.com/office/drawing/2014/main" id="{8B1FE7BA-919B-505C-3C16-54541D173192}"/>
              </a:ext>
            </a:extLst>
          </p:cNvPr>
          <p:cNvSpPr>
            <a:spLocks noGrp="1"/>
          </p:cNvSpPr>
          <p:nvPr>
            <p:ph type="body" sz="quarter" idx="10"/>
          </p:nvPr>
        </p:nvSpPr>
        <p:spPr>
          <a:xfrm>
            <a:off x="1245767" y="765176"/>
            <a:ext cx="10611800" cy="5328120"/>
          </a:xfrm>
          <a:prstGeom prst="rect">
            <a:avLst/>
          </a:prstGeom>
        </p:spPr>
        <p:txBody>
          <a:bodyPr/>
          <a:lstStyle>
            <a:lvl1pPr marL="447675" indent="-447675">
              <a:buFont typeface="Wingdings" pitchFamily="2" charset="2"/>
              <a:buChar char="q"/>
              <a:defRPr sz="2400">
                <a:latin typeface="Aptos" panose="020B0004020202020204" pitchFamily="34" charset="0"/>
              </a:defRPr>
            </a:lvl1pPr>
            <a:lvl2pPr marL="741363" indent="-293688">
              <a:buFont typeface="Wingdings" pitchFamily="2" charset="2"/>
              <a:buChar char="§"/>
              <a:defRPr sz="2000">
                <a:latin typeface="Aptos" panose="020B0004020202020204" pitchFamily="34" charset="0"/>
              </a:defRPr>
            </a:lvl2pPr>
            <a:lvl3pPr marL="990600" indent="-276225">
              <a:buFont typeface="Courier New" pitchFamily="49" charset="0"/>
              <a:buChar char="o"/>
              <a:defRPr sz="2000">
                <a:latin typeface="Aptos" panose="020B0004020202020204" pitchFamily="34" charset="0"/>
              </a:defRPr>
            </a:lvl3pPr>
            <a:lvl4pPr marL="1257300" indent="-266700">
              <a:buFont typeface="Arial" pitchFamily="34" charset="0"/>
              <a:buChar char="•"/>
              <a:defRPr sz="1600">
                <a:latin typeface="Aptos" panose="020B0004020202020204" pitchFamily="34" charset="0"/>
              </a:defRPr>
            </a:lvl4pPr>
            <a:lvl5pPr>
              <a:defRPr sz="1600">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2CA78606-020F-5EA1-5DCE-B716852F24E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551" y="0"/>
            <a:ext cx="675838" cy="675838"/>
          </a:xfrm>
          <a:prstGeom prst="rect">
            <a:avLst/>
          </a:prstGeom>
        </p:spPr>
      </p:pic>
      <p:pic>
        <p:nvPicPr>
          <p:cNvPr id="8" name="Picture 7">
            <a:extLst>
              <a:ext uri="{FF2B5EF4-FFF2-40B4-BE49-F238E27FC236}">
                <a16:creationId xmlns:a16="http://schemas.microsoft.com/office/drawing/2014/main" id="{59AED2D3-6948-F9F2-A539-811F5419476B}"/>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675838"/>
            <a:ext cx="675838" cy="675838"/>
          </a:xfrm>
          <a:prstGeom prst="rect">
            <a:avLst/>
          </a:prstGeom>
        </p:spPr>
      </p:pic>
      <p:pic>
        <p:nvPicPr>
          <p:cNvPr id="10" name="Picture 9">
            <a:extLst>
              <a:ext uri="{FF2B5EF4-FFF2-40B4-BE49-F238E27FC236}">
                <a16:creationId xmlns:a16="http://schemas.microsoft.com/office/drawing/2014/main" id="{38EAB192-415B-C068-E822-105765731F3F}"/>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1351676"/>
            <a:ext cx="675838" cy="675838"/>
          </a:xfrm>
          <a:prstGeom prst="rect">
            <a:avLst/>
          </a:prstGeom>
        </p:spPr>
      </p:pic>
      <p:pic>
        <p:nvPicPr>
          <p:cNvPr id="12" name="Picture 11">
            <a:extLst>
              <a:ext uri="{FF2B5EF4-FFF2-40B4-BE49-F238E27FC236}">
                <a16:creationId xmlns:a16="http://schemas.microsoft.com/office/drawing/2014/main" id="{D96353EB-5E8B-FB84-63CF-1611F27FDCCA}"/>
              </a:ext>
            </a:extLst>
          </p:cNvPr>
          <p:cNvPicPr>
            <a:picLocks noChangeAspect="1"/>
          </p:cNvPicPr>
          <p:nvPr userDrawn="1"/>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2027514"/>
            <a:ext cx="675838" cy="675838"/>
          </a:xfrm>
          <a:prstGeom prst="rect">
            <a:avLst/>
          </a:prstGeom>
        </p:spPr>
      </p:pic>
      <p:pic>
        <p:nvPicPr>
          <p:cNvPr id="14" name="Picture 13">
            <a:extLst>
              <a:ext uri="{FF2B5EF4-FFF2-40B4-BE49-F238E27FC236}">
                <a16:creationId xmlns:a16="http://schemas.microsoft.com/office/drawing/2014/main" id="{21376308-E7C7-969E-82AF-E5E1998194A8}"/>
              </a:ext>
            </a:extLst>
          </p:cNvPr>
          <p:cNvPicPr>
            <a:picLocks noChangeAspect="1"/>
          </p:cNvPicPr>
          <p:nvPr userDrawn="1"/>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4276" y="2689819"/>
            <a:ext cx="992038" cy="739181"/>
          </a:xfrm>
          <a:prstGeom prst="rect">
            <a:avLst/>
          </a:prstGeom>
        </p:spPr>
      </p:pic>
      <p:pic>
        <p:nvPicPr>
          <p:cNvPr id="16" name="Picture 15">
            <a:extLst>
              <a:ext uri="{FF2B5EF4-FFF2-40B4-BE49-F238E27FC236}">
                <a16:creationId xmlns:a16="http://schemas.microsoft.com/office/drawing/2014/main" id="{675EB0D6-3FCF-5525-A3C8-13F823B747D9}"/>
              </a:ext>
            </a:extLst>
          </p:cNvPr>
          <p:cNvPicPr>
            <a:picLocks noChangeAspect="1"/>
          </p:cNvPicPr>
          <p:nvPr userDrawn="1"/>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3429000"/>
            <a:ext cx="675838" cy="675838"/>
          </a:xfrm>
          <a:prstGeom prst="rect">
            <a:avLst/>
          </a:prstGeom>
        </p:spPr>
      </p:pic>
      <p:pic>
        <p:nvPicPr>
          <p:cNvPr id="18" name="Picture 17">
            <a:extLst>
              <a:ext uri="{FF2B5EF4-FFF2-40B4-BE49-F238E27FC236}">
                <a16:creationId xmlns:a16="http://schemas.microsoft.com/office/drawing/2014/main" id="{74B629D2-B48D-851E-3CA1-4288158D13FB}"/>
              </a:ext>
            </a:extLst>
          </p:cNvPr>
          <p:cNvPicPr>
            <a:picLocks noChangeAspect="1"/>
          </p:cNvPicPr>
          <p:nvPr userDrawn="1"/>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104838"/>
            <a:ext cx="675838" cy="675838"/>
          </a:xfrm>
          <a:prstGeom prst="rect">
            <a:avLst/>
          </a:prstGeom>
        </p:spPr>
      </p:pic>
      <p:pic>
        <p:nvPicPr>
          <p:cNvPr id="20" name="Picture 19">
            <a:extLst>
              <a:ext uri="{FF2B5EF4-FFF2-40B4-BE49-F238E27FC236}">
                <a16:creationId xmlns:a16="http://schemas.microsoft.com/office/drawing/2014/main" id="{BBE2AE00-2407-2657-BE7C-039038A8576A}"/>
              </a:ext>
            </a:extLst>
          </p:cNvPr>
          <p:cNvPicPr>
            <a:picLocks noChangeAspect="1"/>
          </p:cNvPicPr>
          <p:nvPr userDrawn="1"/>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9551" y="4780676"/>
            <a:ext cx="675838" cy="675838"/>
          </a:xfrm>
          <a:prstGeom prst="rect">
            <a:avLst/>
          </a:prstGeom>
        </p:spPr>
      </p:pic>
    </p:spTree>
    <p:extLst>
      <p:ext uri="{BB962C8B-B14F-4D97-AF65-F5344CB8AC3E}">
        <p14:creationId xmlns:p14="http://schemas.microsoft.com/office/powerpoint/2010/main" val="1762675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884A282-F419-A4BD-75D9-A7D8EB3FA76D}"/>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5636929"/>
            <a:ext cx="1011597" cy="1200766"/>
          </a:xfrm>
          <a:prstGeom prst="rect">
            <a:avLst/>
          </a:prstGeom>
        </p:spPr>
      </p:pic>
      <p:sp>
        <p:nvSpPr>
          <p:cNvPr id="7" name="Title 22"/>
          <p:cNvSpPr txBox="1">
            <a:spLocks/>
          </p:cNvSpPr>
          <p:nvPr userDrawn="1"/>
        </p:nvSpPr>
        <p:spPr>
          <a:xfrm>
            <a:off x="1867456" y="15240"/>
            <a:ext cx="5764715" cy="866400"/>
          </a:xfrm>
          <a:prstGeom prst="rect">
            <a:avLst/>
          </a:prstGeom>
          <a:effectLst>
            <a:outerShdw blurRad="50800" dist="38100" dir="2700000" algn="tl" rotWithShape="0">
              <a:prstClr val="black">
                <a:alpha val="40000"/>
              </a:prstClr>
            </a:outerShdw>
          </a:effectLst>
        </p:spPr>
        <p:txBody>
          <a:bodyPr>
            <a:noAutofit/>
          </a:bodyPr>
          <a:lstStyle>
            <a:lvl1pPr algn="r" defTabSz="914167" rtl="0" eaLnBrk="1" latinLnBrk="0" hangingPunct="1">
              <a:spcBef>
                <a:spcPct val="0"/>
              </a:spcBef>
              <a:buNone/>
              <a:defRPr sz="2000" b="0" kern="1200">
                <a:solidFill>
                  <a:schemeClr val="accent1"/>
                </a:solidFill>
                <a:effectLst>
                  <a:outerShdw blurRad="38100" dist="38100" dir="2700000" algn="tl">
                    <a:srgbClr val="000000">
                      <a:alpha val="43137"/>
                    </a:srgbClr>
                  </a:outerShdw>
                </a:effectLst>
                <a:latin typeface="+mj-lt"/>
                <a:ea typeface="+mj-ea"/>
                <a:cs typeface="+mj-cs"/>
              </a:defRPr>
            </a:lvl1pPr>
          </a:lstStyle>
          <a:p>
            <a:pPr algn="l"/>
            <a:r>
              <a:rPr lang="en-US" sz="4800" b="1" i="0" u="none" strike="noStrike" kern="1200" baseline="0" dirty="0">
                <a:solidFill>
                  <a:schemeClr val="bg1"/>
                </a:solidFill>
                <a:effectLst>
                  <a:outerShdw blurRad="38100" dist="38100" dir="2700000" algn="tl">
                    <a:srgbClr val="000000">
                      <a:alpha val="43137"/>
                    </a:srgbClr>
                  </a:outerShdw>
                </a:effectLst>
                <a:latin typeface="+mn-lt"/>
                <a:ea typeface="+mn-ea"/>
                <a:cs typeface="+mn-cs"/>
              </a:rPr>
              <a:t>OSPM</a:t>
            </a:r>
            <a:br>
              <a:rPr lang="en-US" sz="2000" b="1" i="0" u="none" strike="noStrike" kern="1200" baseline="0" dirty="0">
                <a:solidFill>
                  <a:schemeClr val="bg1"/>
                </a:solidFill>
                <a:effectLst>
                  <a:outerShdw blurRad="38100" dist="38100" dir="2700000" algn="tl">
                    <a:srgbClr val="000000">
                      <a:alpha val="43137"/>
                    </a:srgbClr>
                  </a:outerShdw>
                </a:effectLst>
                <a:latin typeface="+mn-lt"/>
                <a:ea typeface="+mn-ea"/>
                <a:cs typeface="+mn-cs"/>
              </a:rPr>
            </a:br>
            <a:endParaRPr lang="el-GR" sz="2000" b="1" i="0" u="none" strike="noStrike" kern="1200" baseline="0" dirty="0">
              <a:solidFill>
                <a:schemeClr val="bg1"/>
              </a:solidFill>
              <a:effectLst>
                <a:outerShdw blurRad="38100" dist="38100" dir="2700000" algn="tl">
                  <a:srgbClr val="000000">
                    <a:alpha val="43137"/>
                  </a:srgbClr>
                </a:outerShdw>
              </a:effectLst>
              <a:latin typeface="+mn-lt"/>
              <a:ea typeface="+mn-ea"/>
              <a:cs typeface="+mn-cs"/>
            </a:endParaRPr>
          </a:p>
        </p:txBody>
      </p:sp>
      <p:sp>
        <p:nvSpPr>
          <p:cNvPr id="2" name="Rectangle 1"/>
          <p:cNvSpPr/>
          <p:nvPr userDrawn="1"/>
        </p:nvSpPr>
        <p:spPr>
          <a:xfrm>
            <a:off x="1152564" y="116632"/>
            <a:ext cx="10800087" cy="6120680"/>
          </a:xfrm>
          <a:prstGeom prst="rect">
            <a:avLst/>
          </a:prstGeom>
          <a:solidFill>
            <a:schemeClr val="tx2"/>
          </a:solidFill>
          <a:ln>
            <a:noFill/>
          </a:ln>
          <a:effectLst>
            <a:glow rad="114300">
              <a:schemeClr val="accent1">
                <a:satMod val="175000"/>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0">
              <a:latin typeface="+mn-lt"/>
            </a:endParaRPr>
          </a:p>
        </p:txBody>
      </p:sp>
      <p:sp>
        <p:nvSpPr>
          <p:cNvPr id="11" name="Rectangle 10"/>
          <p:cNvSpPr/>
          <p:nvPr userDrawn="1"/>
        </p:nvSpPr>
        <p:spPr>
          <a:xfrm>
            <a:off x="11389736" y="98168"/>
            <a:ext cx="384043" cy="666536"/>
          </a:xfrm>
          <a:prstGeom prst="rect">
            <a:avLst/>
          </a:prstGeom>
          <a:solidFill>
            <a:schemeClr val="accent1"/>
          </a:solidFill>
          <a:ln>
            <a:noFill/>
          </a:ln>
          <a:effectLst>
            <a:outerShdw blurRad="63500" dist="50800" dir="2700000" sx="99000" sy="99000" algn="tl" rotWithShape="0">
              <a:prstClr val="black">
                <a:alpha val="7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900">
              <a:latin typeface="+mn-lt"/>
            </a:endParaRPr>
          </a:p>
        </p:txBody>
      </p:sp>
      <p:sp>
        <p:nvSpPr>
          <p:cNvPr id="5" name="Slide Number Placeholder 5"/>
          <p:cNvSpPr txBox="1">
            <a:spLocks/>
          </p:cNvSpPr>
          <p:nvPr/>
        </p:nvSpPr>
        <p:spPr>
          <a:xfrm>
            <a:off x="11389736" y="116633"/>
            <a:ext cx="384043" cy="308689"/>
          </a:xfrm>
          <a:prstGeom prst="rect">
            <a:avLst/>
          </a:prstGeom>
        </p:spPr>
        <p:txBody>
          <a:bodyPr lIns="0" tIns="0" rIns="0" bIns="0" anchor="ctr" anchorCtr="0">
            <a:normAutofit/>
          </a:bodyPr>
          <a:lstStyle>
            <a:lvl1pPr>
              <a:defRPr>
                <a:solidFill>
                  <a:srgbClr val="FBE016"/>
                </a:solidFill>
              </a:defRPr>
            </a:lvl1pPr>
          </a:lstStyle>
          <a:p>
            <a:pPr marL="0" marR="0" lvl="0" indent="0" algn="ctr" defTabSz="914167" rtl="0" eaLnBrk="1" fontAlgn="auto" latinLnBrk="0" hangingPunct="1">
              <a:lnSpc>
                <a:spcPct val="100000"/>
              </a:lnSpc>
              <a:spcBef>
                <a:spcPts val="0"/>
              </a:spcBef>
              <a:spcAft>
                <a:spcPts val="0"/>
              </a:spcAft>
              <a:buClrTx/>
              <a:buSzTx/>
              <a:buFontTx/>
              <a:buNone/>
              <a:tabLst/>
              <a:defRPr/>
            </a:pPr>
            <a:endParaRPr kumimoji="0" lang="el-GR" sz="1400" b="1" i="0" u="none" strike="noStrike" kern="1200" cap="none" spc="0" normalizeH="0" baseline="0" noProof="0" dirty="0">
              <a:ln>
                <a:noFill/>
              </a:ln>
              <a:solidFill>
                <a:schemeClr val="accent5"/>
              </a:solidFill>
              <a:effectLst>
                <a:outerShdw blurRad="38100" dist="38100" dir="2700000" algn="tl">
                  <a:srgbClr val="000000">
                    <a:alpha val="43137"/>
                  </a:srgbClr>
                </a:outerShdw>
              </a:effectLst>
              <a:uLnTx/>
              <a:uFillTx/>
              <a:latin typeface="+mn-lt"/>
              <a:ea typeface="+mn-ea"/>
              <a:cs typeface="+mn-cs"/>
            </a:endParaRPr>
          </a:p>
        </p:txBody>
      </p:sp>
      <p:sp>
        <p:nvSpPr>
          <p:cNvPr id="9" name="Title 22"/>
          <p:cNvSpPr txBox="1">
            <a:spLocks/>
          </p:cNvSpPr>
          <p:nvPr userDrawn="1"/>
        </p:nvSpPr>
        <p:spPr>
          <a:xfrm>
            <a:off x="1223459" y="6237312"/>
            <a:ext cx="7972299" cy="433200"/>
          </a:xfrm>
          <a:prstGeom prst="rect">
            <a:avLst/>
          </a:prstGeom>
          <a:effectLst>
            <a:outerShdw blurRad="50800" dist="38100" dir="2700000" algn="tl" rotWithShape="0">
              <a:prstClr val="black">
                <a:alpha val="40000"/>
              </a:prstClr>
            </a:outerShdw>
          </a:effectLst>
        </p:spPr>
        <p:txBody>
          <a:bodyPr lIns="0">
            <a:noAutofit/>
          </a:bodyPr>
          <a:lstStyle>
            <a:lvl1pPr algn="r" defTabSz="914167" rtl="0" eaLnBrk="1" latinLnBrk="0" hangingPunct="1">
              <a:spcBef>
                <a:spcPct val="0"/>
              </a:spcBef>
              <a:buNone/>
              <a:defRPr sz="2000" b="0" kern="1200">
                <a:solidFill>
                  <a:schemeClr val="accent1"/>
                </a:solidFill>
                <a:effectLst>
                  <a:outerShdw blurRad="38100" dist="38100" dir="2700000" algn="tl">
                    <a:srgbClr val="000000">
                      <a:alpha val="43137"/>
                    </a:srgbClr>
                  </a:outerShdw>
                </a:effectLst>
                <a:latin typeface="+mj-lt"/>
                <a:ea typeface="+mj-ea"/>
                <a:cs typeface="+mj-cs"/>
              </a:defRPr>
            </a:lvl1pPr>
          </a:lstStyle>
          <a:p>
            <a:pPr marL="0" marR="0" indent="0" algn="l" defTabSz="914167" rtl="0" eaLnBrk="1" fontAlgn="auto" latinLnBrk="0" hangingPunct="1">
              <a:lnSpc>
                <a:spcPct val="100000"/>
              </a:lnSpc>
              <a:spcBef>
                <a:spcPct val="0"/>
              </a:spcBef>
              <a:spcAft>
                <a:spcPts val="0"/>
              </a:spcAft>
              <a:buClrTx/>
              <a:buSzTx/>
              <a:buFontTx/>
              <a:buNone/>
              <a:tabLst/>
              <a:defRPr/>
            </a:pPr>
            <a:r>
              <a:rPr lang="el-GR" sz="1800" b="1" kern="1200" dirty="0">
                <a:solidFill>
                  <a:schemeClr val="accent5"/>
                </a:solidFill>
                <a:effectLst>
                  <a:outerShdw blurRad="38100" dist="38100" dir="2700000" algn="tl">
                    <a:srgbClr val="000000">
                      <a:alpha val="43137"/>
                    </a:srgbClr>
                  </a:outerShdw>
                </a:effectLst>
                <a:latin typeface="Aptos" panose="020B0004020202020204" pitchFamily="34" charset="0"/>
                <a:ea typeface="+mj-ea"/>
                <a:cs typeface="+mj-cs"/>
              </a:rPr>
              <a:t>Εκκένωση με δυναμική δρομολόγηση με επίδραση τοξικού αερίου</a:t>
            </a:r>
            <a:br>
              <a:rPr lang="en-US" sz="1800" b="1" kern="1200" dirty="0">
                <a:solidFill>
                  <a:schemeClr val="accent5"/>
                </a:solidFill>
                <a:effectLst>
                  <a:outerShdw blurRad="38100" dist="38100" dir="2700000" algn="tl">
                    <a:srgbClr val="000000">
                      <a:alpha val="43137"/>
                    </a:srgbClr>
                  </a:outerShdw>
                </a:effectLst>
                <a:latin typeface="Aptos" panose="020B0004020202020204" pitchFamily="34" charset="0"/>
                <a:ea typeface="+mj-ea"/>
                <a:cs typeface="+mj-cs"/>
              </a:rPr>
            </a:br>
            <a:r>
              <a:rPr lang="el-GR" sz="1800" b="1" kern="1200" dirty="0">
                <a:solidFill>
                  <a:schemeClr val="accent5"/>
                </a:solidFill>
                <a:effectLst>
                  <a:outerShdw blurRad="38100" dist="38100" dir="2700000" algn="tl">
                    <a:srgbClr val="000000">
                      <a:alpha val="43137"/>
                    </a:srgbClr>
                  </a:outerShdw>
                </a:effectLst>
                <a:latin typeface="Aptos" panose="020B0004020202020204" pitchFamily="34" charset="0"/>
                <a:ea typeface="+mj-ea"/>
                <a:cs typeface="+mj-cs"/>
              </a:rPr>
              <a:t>Γεώργιος Πίτσος</a:t>
            </a:r>
            <a:endParaRPr lang="en-US" sz="1800" b="1" kern="1200" dirty="0">
              <a:solidFill>
                <a:schemeClr val="accent5"/>
              </a:solidFill>
              <a:effectLst>
                <a:outerShdw blurRad="38100" dist="38100" dir="2700000" algn="tl">
                  <a:srgbClr val="000000">
                    <a:alpha val="43137"/>
                  </a:srgbClr>
                </a:outerShdw>
              </a:effectLst>
              <a:latin typeface="Aptos" panose="020B0004020202020204" pitchFamily="34" charset="0"/>
              <a:ea typeface="+mj-ea"/>
              <a:cs typeface="+mj-cs"/>
            </a:endParaRPr>
          </a:p>
        </p:txBody>
      </p:sp>
      <p:sp>
        <p:nvSpPr>
          <p:cNvPr id="10" name="Title 22"/>
          <p:cNvSpPr txBox="1">
            <a:spLocks/>
          </p:cNvSpPr>
          <p:nvPr userDrawn="1"/>
        </p:nvSpPr>
        <p:spPr>
          <a:xfrm>
            <a:off x="8159296" y="6549781"/>
            <a:ext cx="3902412" cy="420099"/>
          </a:xfrm>
          <a:prstGeom prst="rect">
            <a:avLst/>
          </a:prstGeom>
          <a:effectLst>
            <a:outerShdw blurRad="50800" dist="38100" dir="2700000" algn="tl" rotWithShape="0">
              <a:prstClr val="black">
                <a:alpha val="40000"/>
              </a:prstClr>
            </a:outerShdw>
          </a:effectLst>
        </p:spPr>
        <p:txBody>
          <a:bodyPr lIns="0" rIns="0" anchor="ctr">
            <a:noAutofit/>
          </a:bodyPr>
          <a:lstStyle>
            <a:lvl1pPr algn="r" defTabSz="914167" rtl="0" eaLnBrk="1" latinLnBrk="0" hangingPunct="1">
              <a:spcBef>
                <a:spcPct val="0"/>
              </a:spcBef>
              <a:buNone/>
              <a:defRPr sz="2000" b="0" kern="1200">
                <a:solidFill>
                  <a:schemeClr val="accent1"/>
                </a:solidFill>
                <a:effectLst>
                  <a:outerShdw blurRad="38100" dist="38100" dir="2700000" algn="tl">
                    <a:srgbClr val="000000">
                      <a:alpha val="43137"/>
                    </a:srgbClr>
                  </a:outerShdw>
                </a:effectLst>
                <a:latin typeface="+mj-lt"/>
                <a:ea typeface="+mj-ea"/>
                <a:cs typeface="+mj-cs"/>
              </a:defRPr>
            </a:lvl1pPr>
          </a:lstStyle>
          <a:p>
            <a:pPr marL="0" marR="0" indent="0" algn="r" defTabSz="914167" rtl="0" eaLnBrk="1" fontAlgn="auto" latinLnBrk="0" hangingPunct="1">
              <a:lnSpc>
                <a:spcPct val="100000"/>
              </a:lnSpc>
              <a:spcBef>
                <a:spcPct val="0"/>
              </a:spcBef>
              <a:spcAft>
                <a:spcPts val="0"/>
              </a:spcAft>
              <a:buClrTx/>
              <a:buSzTx/>
              <a:buFontTx/>
              <a:buNone/>
              <a:tabLst/>
              <a:defRPr/>
            </a:pPr>
            <a:r>
              <a:rPr lang="el-GR" sz="1800" b="1" dirty="0">
                <a:solidFill>
                  <a:schemeClr val="accent3"/>
                </a:solidFill>
                <a:latin typeface="Aptos" panose="020B0004020202020204" pitchFamily="34" charset="0"/>
              </a:rPr>
              <a:t>Εργαστήριο Φαινομένων Μεταφοράς</a:t>
            </a:r>
            <a:br>
              <a:rPr lang="en-US" sz="1800" b="1" baseline="0" dirty="0">
                <a:solidFill>
                  <a:schemeClr val="accent1"/>
                </a:solidFill>
                <a:latin typeface="Aptos" panose="020B0004020202020204" pitchFamily="34" charset="0"/>
              </a:rPr>
            </a:br>
            <a:endParaRPr lang="en-US" sz="1600" b="0" i="1" dirty="0">
              <a:solidFill>
                <a:schemeClr val="accent1"/>
              </a:solidFill>
              <a:latin typeface="Aptos" panose="020B0004020202020204" pitchFamily="34" charset="0"/>
            </a:endParaRPr>
          </a:p>
        </p:txBody>
      </p:sp>
    </p:spTree>
    <p:extLst>
      <p:ext uri="{BB962C8B-B14F-4D97-AF65-F5344CB8AC3E}">
        <p14:creationId xmlns:p14="http://schemas.microsoft.com/office/powerpoint/2010/main" val="621651252"/>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5"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43" r:id="rId13"/>
    <p:sldLayoutId id="2147483735" r:id="rId14"/>
  </p:sldLayoutIdLst>
  <p:hf hdr="0" ftr="0" dt="0"/>
  <p:txStyles>
    <p:titleStyle>
      <a:lvl1pPr algn="ctr" defTabSz="914167" rtl="0" eaLnBrk="1" latinLnBrk="0" hangingPunct="1">
        <a:spcBef>
          <a:spcPct val="0"/>
        </a:spcBef>
        <a:buNone/>
        <a:defRPr sz="4400" kern="1200">
          <a:solidFill>
            <a:schemeClr val="tx1"/>
          </a:solidFill>
          <a:latin typeface="+mj-lt"/>
          <a:ea typeface="+mj-ea"/>
          <a:cs typeface="+mj-cs"/>
        </a:defRPr>
      </a:lvl1pPr>
    </p:titleStyle>
    <p:bodyStyle>
      <a:lvl1pPr marL="342809" indent="-342809" algn="l" defTabSz="91416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756" indent="-285676" algn="l" defTabSz="914167" rtl="0" eaLnBrk="1" latinLnBrk="0" hangingPunct="1">
        <a:spcBef>
          <a:spcPct val="20000"/>
        </a:spcBef>
        <a:buFont typeface="Arial" pitchFamily="34" charset="0"/>
        <a:buChar char="–"/>
        <a:defRPr sz="2500" kern="1200">
          <a:solidFill>
            <a:schemeClr val="tx1"/>
          </a:solidFill>
          <a:latin typeface="+mn-lt"/>
          <a:ea typeface="+mn-ea"/>
          <a:cs typeface="+mn-cs"/>
        </a:defRPr>
      </a:lvl2pPr>
      <a:lvl3pPr marL="1142704" indent="-228543" algn="l" defTabSz="914167" rtl="0" eaLnBrk="1" latinLnBrk="0" hangingPunct="1">
        <a:spcBef>
          <a:spcPct val="20000"/>
        </a:spcBef>
        <a:buFont typeface="Arial" pitchFamily="34" charset="0"/>
        <a:buChar char="•"/>
        <a:defRPr sz="2500" kern="1200">
          <a:solidFill>
            <a:schemeClr val="tx1"/>
          </a:solidFill>
          <a:latin typeface="+mn-lt"/>
          <a:ea typeface="+mn-ea"/>
          <a:cs typeface="+mn-cs"/>
        </a:defRPr>
      </a:lvl3pPr>
      <a:lvl4pPr marL="1599784"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4pPr>
      <a:lvl5pPr marL="2056870"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5pPr>
      <a:lvl6pPr marL="251395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97103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428117"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885198"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l-GR"/>
      </a:defPPr>
      <a:lvl1pPr marL="0" algn="l" defTabSz="914167" rtl="0" eaLnBrk="1" latinLnBrk="0" hangingPunct="1">
        <a:defRPr sz="1900" kern="1200">
          <a:solidFill>
            <a:schemeClr val="tx1"/>
          </a:solidFill>
          <a:latin typeface="+mn-lt"/>
          <a:ea typeface="+mn-ea"/>
          <a:cs typeface="+mn-cs"/>
        </a:defRPr>
      </a:lvl1pPr>
      <a:lvl2pPr marL="457080" algn="l" defTabSz="914167" rtl="0" eaLnBrk="1" latinLnBrk="0" hangingPunct="1">
        <a:defRPr sz="1900" kern="1200">
          <a:solidFill>
            <a:schemeClr val="tx1"/>
          </a:solidFill>
          <a:latin typeface="+mn-lt"/>
          <a:ea typeface="+mn-ea"/>
          <a:cs typeface="+mn-cs"/>
        </a:defRPr>
      </a:lvl2pPr>
      <a:lvl3pPr marL="914167" algn="l" defTabSz="914167" rtl="0" eaLnBrk="1" latinLnBrk="0" hangingPunct="1">
        <a:defRPr sz="1900" kern="1200">
          <a:solidFill>
            <a:schemeClr val="tx1"/>
          </a:solidFill>
          <a:latin typeface="+mn-lt"/>
          <a:ea typeface="+mn-ea"/>
          <a:cs typeface="+mn-cs"/>
        </a:defRPr>
      </a:lvl3pPr>
      <a:lvl4pPr marL="1371247" algn="l" defTabSz="914167" rtl="0" eaLnBrk="1" latinLnBrk="0" hangingPunct="1">
        <a:defRPr sz="1900" kern="1200">
          <a:solidFill>
            <a:schemeClr val="tx1"/>
          </a:solidFill>
          <a:latin typeface="+mn-lt"/>
          <a:ea typeface="+mn-ea"/>
          <a:cs typeface="+mn-cs"/>
        </a:defRPr>
      </a:lvl4pPr>
      <a:lvl5pPr marL="1828327" algn="l" defTabSz="914167" rtl="0" eaLnBrk="1" latinLnBrk="0" hangingPunct="1">
        <a:defRPr sz="1900" kern="1200">
          <a:solidFill>
            <a:schemeClr val="tx1"/>
          </a:solidFill>
          <a:latin typeface="+mn-lt"/>
          <a:ea typeface="+mn-ea"/>
          <a:cs typeface="+mn-cs"/>
        </a:defRPr>
      </a:lvl5pPr>
      <a:lvl6pPr marL="2285407" algn="l" defTabSz="914167" rtl="0" eaLnBrk="1" latinLnBrk="0" hangingPunct="1">
        <a:defRPr sz="1900" kern="1200">
          <a:solidFill>
            <a:schemeClr val="tx1"/>
          </a:solidFill>
          <a:latin typeface="+mn-lt"/>
          <a:ea typeface="+mn-ea"/>
          <a:cs typeface="+mn-cs"/>
        </a:defRPr>
      </a:lvl6pPr>
      <a:lvl7pPr marL="2742494" algn="l" defTabSz="914167" rtl="0" eaLnBrk="1" latinLnBrk="0" hangingPunct="1">
        <a:defRPr sz="1900" kern="1200">
          <a:solidFill>
            <a:schemeClr val="tx1"/>
          </a:solidFill>
          <a:latin typeface="+mn-lt"/>
          <a:ea typeface="+mn-ea"/>
          <a:cs typeface="+mn-cs"/>
        </a:defRPr>
      </a:lvl7pPr>
      <a:lvl8pPr marL="3199574" algn="l" defTabSz="914167" rtl="0" eaLnBrk="1" latinLnBrk="0" hangingPunct="1">
        <a:defRPr sz="1900" kern="1200">
          <a:solidFill>
            <a:schemeClr val="tx1"/>
          </a:solidFill>
          <a:latin typeface="+mn-lt"/>
          <a:ea typeface="+mn-ea"/>
          <a:cs typeface="+mn-cs"/>
        </a:defRPr>
      </a:lvl8pPr>
      <a:lvl9pPr marL="3656654" algn="l" defTabSz="914167" rtl="0" eaLnBrk="1" latinLnBrk="0" hangingPunct="1">
        <a:defRPr sz="1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png"/><Relationship Id="rId9" Type="http://schemas.openxmlformats.org/officeDocument/2006/relationships/image" Target="../media/image2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jpeg"/><Relationship Id="rId3" Type="http://schemas.openxmlformats.org/officeDocument/2006/relationships/image" Target="../media/image24.jpeg"/><Relationship Id="rId21" Type="http://schemas.openxmlformats.org/officeDocument/2006/relationships/image" Target="../media/image42.png"/><Relationship Id="rId7" Type="http://schemas.openxmlformats.org/officeDocument/2006/relationships/image" Target="../media/image28.png"/><Relationship Id="rId12" Type="http://schemas.openxmlformats.org/officeDocument/2006/relationships/image" Target="../media/image33.jpeg"/><Relationship Id="rId17" Type="http://schemas.openxmlformats.org/officeDocument/2006/relationships/image" Target="../media/image38.jpeg"/><Relationship Id="rId2" Type="http://schemas.openxmlformats.org/officeDocument/2006/relationships/notesSlide" Target="../notesSlides/notesSlide2.xml"/><Relationship Id="rId16" Type="http://schemas.openxmlformats.org/officeDocument/2006/relationships/image" Target="../media/image37.png"/><Relationship Id="rId20"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image" Target="../media/image40.jpe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8F36C3E-320A-4932-A5D3-DA201B9DC2AE}"/>
              </a:ext>
            </a:extLst>
          </p:cNvPr>
          <p:cNvSpPr>
            <a:spLocks noGrp="1"/>
          </p:cNvSpPr>
          <p:nvPr>
            <p:ph type="body" sz="quarter" idx="10"/>
          </p:nvPr>
        </p:nvSpPr>
        <p:spPr/>
        <p:txBody>
          <a:bodyPr/>
          <a:lstStyle/>
          <a:p>
            <a:r>
              <a:rPr lang="el-GR" sz="4400" b="0" dirty="0"/>
              <a:t>Επέκταση των μοντέλων εκκένωσης με δυναμική δρομολόγηση βασισμένη σε προβλέψεις της </a:t>
            </a:r>
          </a:p>
          <a:p>
            <a:r>
              <a:rPr lang="el-GR" sz="4400" b="0" dirty="0"/>
              <a:t>έκθεσης των εμπλεκομένων σε τοξικό φορτίο </a:t>
            </a:r>
            <a:endParaRPr lang="en-US" sz="4400" b="0" dirty="0"/>
          </a:p>
        </p:txBody>
      </p:sp>
      <p:sp>
        <p:nvSpPr>
          <p:cNvPr id="3" name="Rectangle 2">
            <a:extLst>
              <a:ext uri="{FF2B5EF4-FFF2-40B4-BE49-F238E27FC236}">
                <a16:creationId xmlns:a16="http://schemas.microsoft.com/office/drawing/2014/main" id="{82BE2EAB-0C59-45F0-89F0-F1F60AC3BD07}"/>
              </a:ext>
            </a:extLst>
          </p:cNvPr>
          <p:cNvSpPr/>
          <p:nvPr/>
        </p:nvSpPr>
        <p:spPr>
          <a:xfrm>
            <a:off x="431371" y="3157694"/>
            <a:ext cx="9577064" cy="2308324"/>
          </a:xfrm>
          <a:prstGeom prst="rect">
            <a:avLst/>
          </a:prstGeom>
        </p:spPr>
        <p:txBody>
          <a:bodyPr wrap="square">
            <a:spAutoFit/>
          </a:bodyPr>
          <a:lstStyle/>
          <a:p>
            <a:r>
              <a:rPr lang="el-GR" sz="1800" b="1" dirty="0"/>
              <a:t>Ονοματεπώνυμο φοιτητή:	Γεώργιος Πίτσος</a:t>
            </a:r>
            <a:endParaRPr lang="en-US" sz="1800" b="1" dirty="0"/>
          </a:p>
          <a:p>
            <a:r>
              <a:rPr lang="el-GR" sz="1800" b="1" dirty="0"/>
              <a:t>ΑΕΜ:			5392</a:t>
            </a:r>
          </a:p>
          <a:p>
            <a:r>
              <a:rPr lang="el-GR" sz="1800" b="1" dirty="0"/>
              <a:t>Εξάμηνο φοίτησης:	16</a:t>
            </a:r>
            <a:r>
              <a:rPr lang="el-GR" sz="1800" b="1" baseline="30000" dirty="0"/>
              <a:t>ο</a:t>
            </a:r>
            <a:r>
              <a:rPr lang="el-GR" sz="1800" b="1" dirty="0"/>
              <a:t> </a:t>
            </a:r>
          </a:p>
          <a:p>
            <a:r>
              <a:rPr lang="el-GR" sz="1800" b="1" dirty="0"/>
              <a:t>Τύπος εργασίας:		Διπλωματική Εργασία</a:t>
            </a:r>
          </a:p>
          <a:p>
            <a:r>
              <a:rPr lang="el-GR" sz="1800" b="1" dirty="0"/>
              <a:t>Επιβλέπων καθηγητής:	Αναπληρωτής Καθηγητής Δρ. Κωνσταντίνος </a:t>
            </a:r>
            <a:r>
              <a:rPr lang="el-GR" sz="1800" b="1" dirty="0" err="1"/>
              <a:t>Κακοσίμος</a:t>
            </a:r>
            <a:r>
              <a:rPr lang="el-GR" sz="1800" b="1" dirty="0"/>
              <a:t> </a:t>
            </a:r>
            <a:endParaRPr lang="en-US" sz="1800" b="1" dirty="0"/>
          </a:p>
          <a:p>
            <a:endParaRPr lang="en-US" sz="1800" b="1" dirty="0"/>
          </a:p>
          <a:p>
            <a:endParaRPr lang="en-US" sz="1800" i="1" dirty="0"/>
          </a:p>
          <a:p>
            <a:endParaRPr lang="en-US" sz="1800" i="1" dirty="0"/>
          </a:p>
        </p:txBody>
      </p:sp>
    </p:spTree>
    <p:extLst>
      <p:ext uri="{BB962C8B-B14F-4D97-AF65-F5344CB8AC3E}">
        <p14:creationId xmlns:p14="http://schemas.microsoft.com/office/powerpoint/2010/main" val="580389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F4E934-FA20-4275-186E-C4BAE8709893}"/>
              </a:ext>
            </a:extLst>
          </p:cNvPr>
          <p:cNvSpPr>
            <a:spLocks noGrp="1"/>
          </p:cNvSpPr>
          <p:nvPr>
            <p:ph type="sldNum" sz="quarter" idx="4"/>
          </p:nvPr>
        </p:nvSpPr>
        <p:spPr/>
        <p:txBody>
          <a:bodyPr/>
          <a:lstStyle/>
          <a:p>
            <a:fld id="{3490C777-6B35-47B1-993A-7400E925DBDB}" type="slidenum">
              <a:rPr lang="en-US" smtClean="0"/>
              <a:pPr/>
              <a:t>2</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D0763566-6B77-4E78-B9CF-71B93E2A44B0}"/>
              </a:ext>
            </a:extLst>
          </p:cNvPr>
          <p:cNvSpPr>
            <a:spLocks noGrp="1"/>
          </p:cNvSpPr>
          <p:nvPr>
            <p:ph type="title"/>
          </p:nvPr>
        </p:nvSpPr>
        <p:spPr/>
        <p:txBody>
          <a:bodyPr/>
          <a:lstStyle/>
          <a:p>
            <a:r>
              <a:rPr lang="el-GR" dirty="0"/>
              <a:t>Εισαγωγή</a:t>
            </a:r>
          </a:p>
        </p:txBody>
      </p:sp>
      <p:sp>
        <p:nvSpPr>
          <p:cNvPr id="4" name="Text Placeholder 3">
            <a:extLst>
              <a:ext uri="{FF2B5EF4-FFF2-40B4-BE49-F238E27FC236}">
                <a16:creationId xmlns:a16="http://schemas.microsoft.com/office/drawing/2014/main" id="{DDFA47E4-2C69-B07E-47D6-C521A6217212}"/>
              </a:ext>
            </a:extLst>
          </p:cNvPr>
          <p:cNvSpPr>
            <a:spLocks noGrp="1"/>
          </p:cNvSpPr>
          <p:nvPr>
            <p:ph type="body" sz="quarter" idx="10"/>
          </p:nvPr>
        </p:nvSpPr>
        <p:spPr/>
        <p:txBody>
          <a:bodyPr/>
          <a:lstStyle/>
          <a:p>
            <a:endParaRPr lang="el-GR"/>
          </a:p>
        </p:txBody>
      </p:sp>
    </p:spTree>
    <p:extLst>
      <p:ext uri="{BB962C8B-B14F-4D97-AF65-F5344CB8AC3E}">
        <p14:creationId xmlns:p14="http://schemas.microsoft.com/office/powerpoint/2010/main" val="52177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73CAB2-A1FC-4F2C-5835-46902E4B4CD5}"/>
              </a:ext>
            </a:extLst>
          </p:cNvPr>
          <p:cNvSpPr>
            <a:spLocks noGrp="1"/>
          </p:cNvSpPr>
          <p:nvPr>
            <p:ph type="sldNum" sz="quarter" idx="4"/>
          </p:nvPr>
        </p:nvSpPr>
        <p:spPr/>
        <p:txBody>
          <a:bodyPr/>
          <a:lstStyle/>
          <a:p>
            <a:fld id="{3490C777-6B35-47B1-993A-7400E925DBDB}" type="slidenum">
              <a:rPr lang="en-US" smtClean="0"/>
              <a:pPr/>
              <a:t>3</a:t>
            </a:fld>
            <a:endParaRPr lang="en-US" dirty="0">
              <a:latin typeface="Aptos" panose="020B0004020202020204" pitchFamily="34" charset="0"/>
            </a:endParaRPr>
          </a:p>
        </p:txBody>
      </p:sp>
      <p:sp>
        <p:nvSpPr>
          <p:cNvPr id="2" name="Title 1">
            <a:extLst>
              <a:ext uri="{FF2B5EF4-FFF2-40B4-BE49-F238E27FC236}">
                <a16:creationId xmlns:a16="http://schemas.microsoft.com/office/drawing/2014/main" id="{801DC17D-E0A7-2593-B42B-65B53BBD6621}"/>
              </a:ext>
            </a:extLst>
          </p:cNvPr>
          <p:cNvSpPr>
            <a:spLocks noGrp="1"/>
          </p:cNvSpPr>
          <p:nvPr>
            <p:ph type="title"/>
          </p:nvPr>
        </p:nvSpPr>
        <p:spPr/>
        <p:txBody>
          <a:bodyPr/>
          <a:lstStyle/>
          <a:p>
            <a:r>
              <a:rPr lang="el-GR" dirty="0"/>
              <a:t>Δομή Παρουσίασης</a:t>
            </a:r>
            <a:endParaRPr lang="en-US" dirty="0"/>
          </a:p>
        </p:txBody>
      </p:sp>
      <p:pic>
        <p:nvPicPr>
          <p:cNvPr id="27" name="Picture 26">
            <a:extLst>
              <a:ext uri="{FF2B5EF4-FFF2-40B4-BE49-F238E27FC236}">
                <a16:creationId xmlns:a16="http://schemas.microsoft.com/office/drawing/2014/main" id="{196256EA-ED74-005C-B3DC-EC7354C773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26636" y="3688965"/>
            <a:ext cx="1010697" cy="1010697"/>
          </a:xfrm>
          <a:prstGeom prst="rect">
            <a:avLst/>
          </a:prstGeom>
        </p:spPr>
      </p:pic>
      <p:pic>
        <p:nvPicPr>
          <p:cNvPr id="29" name="Picture 28">
            <a:extLst>
              <a:ext uri="{FF2B5EF4-FFF2-40B4-BE49-F238E27FC236}">
                <a16:creationId xmlns:a16="http://schemas.microsoft.com/office/drawing/2014/main" id="{69B4583C-7192-4963-C04F-5B2CBA607B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51522" y="3698913"/>
            <a:ext cx="1010697" cy="1010697"/>
          </a:xfrm>
          <a:prstGeom prst="rect">
            <a:avLst/>
          </a:prstGeom>
        </p:spPr>
      </p:pic>
      <p:pic>
        <p:nvPicPr>
          <p:cNvPr id="31" name="Picture 30">
            <a:extLst>
              <a:ext uri="{FF2B5EF4-FFF2-40B4-BE49-F238E27FC236}">
                <a16:creationId xmlns:a16="http://schemas.microsoft.com/office/drawing/2014/main" id="{4A48117C-AAFD-8301-B40D-56BC55725A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51521" y="2344473"/>
            <a:ext cx="1010697" cy="1010697"/>
          </a:xfrm>
          <a:prstGeom prst="rect">
            <a:avLst/>
          </a:prstGeom>
        </p:spPr>
      </p:pic>
      <p:pic>
        <p:nvPicPr>
          <p:cNvPr id="33" name="Picture 32">
            <a:extLst>
              <a:ext uri="{FF2B5EF4-FFF2-40B4-BE49-F238E27FC236}">
                <a16:creationId xmlns:a16="http://schemas.microsoft.com/office/drawing/2014/main" id="{328DF4D8-EC80-FC82-9C22-0B653C30B9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96992" y="5014521"/>
            <a:ext cx="1519756" cy="1010697"/>
          </a:xfrm>
          <a:prstGeom prst="rect">
            <a:avLst/>
          </a:prstGeom>
        </p:spPr>
      </p:pic>
      <p:pic>
        <p:nvPicPr>
          <p:cNvPr id="35" name="Picture 34">
            <a:extLst>
              <a:ext uri="{FF2B5EF4-FFF2-40B4-BE49-F238E27FC236}">
                <a16:creationId xmlns:a16="http://schemas.microsoft.com/office/drawing/2014/main" id="{62825CDA-6CF4-983F-0A8C-C929017A3B4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926635" y="1046257"/>
            <a:ext cx="1010697" cy="1010697"/>
          </a:xfrm>
          <a:prstGeom prst="rect">
            <a:avLst/>
          </a:prstGeom>
        </p:spPr>
      </p:pic>
      <p:pic>
        <p:nvPicPr>
          <p:cNvPr id="37" name="Picture 36">
            <a:extLst>
              <a:ext uri="{FF2B5EF4-FFF2-40B4-BE49-F238E27FC236}">
                <a16:creationId xmlns:a16="http://schemas.microsoft.com/office/drawing/2014/main" id="{9817F2D1-7F55-08F2-2AA0-64A2B2DD71A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926637" y="5014521"/>
            <a:ext cx="1010697" cy="1010697"/>
          </a:xfrm>
          <a:prstGeom prst="rect">
            <a:avLst/>
          </a:prstGeom>
        </p:spPr>
      </p:pic>
      <p:sp>
        <p:nvSpPr>
          <p:cNvPr id="40" name="Rectangle 39">
            <a:extLst>
              <a:ext uri="{FF2B5EF4-FFF2-40B4-BE49-F238E27FC236}">
                <a16:creationId xmlns:a16="http://schemas.microsoft.com/office/drawing/2014/main" id="{01C3256C-13FA-1E95-99C2-C0C2586A05A2}"/>
              </a:ext>
            </a:extLst>
          </p:cNvPr>
          <p:cNvSpPr/>
          <p:nvPr/>
        </p:nvSpPr>
        <p:spPr>
          <a:xfrm>
            <a:off x="2462219" y="2807647"/>
            <a:ext cx="4531434" cy="646331"/>
          </a:xfrm>
          <a:prstGeom prst="rect">
            <a:avLst/>
          </a:prstGeom>
        </p:spPr>
        <p:txBody>
          <a:bodyPr wrap="square">
            <a:spAutoFit/>
          </a:bodyPr>
          <a:lstStyle/>
          <a:p>
            <a:r>
              <a:rPr lang="el-GR" sz="1800" b="1" dirty="0"/>
              <a:t>Αναπαράσταση ανθρώπινης συμπεριφοράς</a:t>
            </a:r>
            <a:endParaRPr lang="en-US" sz="1800" i="1" dirty="0"/>
          </a:p>
        </p:txBody>
      </p:sp>
      <p:sp>
        <p:nvSpPr>
          <p:cNvPr id="41" name="Rectangle 40">
            <a:extLst>
              <a:ext uri="{FF2B5EF4-FFF2-40B4-BE49-F238E27FC236}">
                <a16:creationId xmlns:a16="http://schemas.microsoft.com/office/drawing/2014/main" id="{39E0F0F7-2F75-08B3-FEA3-E53E9FE6F674}"/>
              </a:ext>
            </a:extLst>
          </p:cNvPr>
          <p:cNvSpPr/>
          <p:nvPr/>
        </p:nvSpPr>
        <p:spPr>
          <a:xfrm>
            <a:off x="2462219" y="4077846"/>
            <a:ext cx="4632802" cy="646331"/>
          </a:xfrm>
          <a:prstGeom prst="rect">
            <a:avLst/>
          </a:prstGeom>
        </p:spPr>
        <p:txBody>
          <a:bodyPr wrap="square">
            <a:spAutoFit/>
          </a:bodyPr>
          <a:lstStyle/>
          <a:p>
            <a:r>
              <a:rPr lang="el-GR" sz="1800" b="1" dirty="0"/>
              <a:t>Είδη κινδύνου στη βιομηχανία και υδρόθειο</a:t>
            </a:r>
            <a:endParaRPr lang="en-US" sz="1800" i="1" dirty="0"/>
          </a:p>
        </p:txBody>
      </p:sp>
      <p:sp>
        <p:nvSpPr>
          <p:cNvPr id="42" name="Rectangle 41">
            <a:extLst>
              <a:ext uri="{FF2B5EF4-FFF2-40B4-BE49-F238E27FC236}">
                <a16:creationId xmlns:a16="http://schemas.microsoft.com/office/drawing/2014/main" id="{C9DA5C62-CEF6-0F45-18E5-AED6EDDDBC1C}"/>
              </a:ext>
            </a:extLst>
          </p:cNvPr>
          <p:cNvSpPr/>
          <p:nvPr/>
        </p:nvSpPr>
        <p:spPr>
          <a:xfrm>
            <a:off x="2462219" y="5448330"/>
            <a:ext cx="4209886" cy="646331"/>
          </a:xfrm>
          <a:prstGeom prst="rect">
            <a:avLst/>
          </a:prstGeom>
        </p:spPr>
        <p:txBody>
          <a:bodyPr wrap="square">
            <a:spAutoFit/>
          </a:bodyPr>
          <a:lstStyle/>
          <a:p>
            <a:r>
              <a:rPr lang="el-GR" sz="1800" b="1" dirty="0"/>
              <a:t>Επίδραση του κινδύνου στην εκκένωση</a:t>
            </a:r>
            <a:endParaRPr lang="en-US" sz="1800" i="1" dirty="0"/>
          </a:p>
        </p:txBody>
      </p:sp>
      <p:sp>
        <p:nvSpPr>
          <p:cNvPr id="46" name="Rectangle 45">
            <a:extLst>
              <a:ext uri="{FF2B5EF4-FFF2-40B4-BE49-F238E27FC236}">
                <a16:creationId xmlns:a16="http://schemas.microsoft.com/office/drawing/2014/main" id="{68EB3DE5-48CB-5266-29E5-B34DC5FED9EB}"/>
              </a:ext>
            </a:extLst>
          </p:cNvPr>
          <p:cNvSpPr/>
          <p:nvPr/>
        </p:nvSpPr>
        <p:spPr>
          <a:xfrm>
            <a:off x="7937332" y="1372110"/>
            <a:ext cx="4762546" cy="369332"/>
          </a:xfrm>
          <a:prstGeom prst="rect">
            <a:avLst/>
          </a:prstGeom>
        </p:spPr>
        <p:txBody>
          <a:bodyPr wrap="square">
            <a:spAutoFit/>
          </a:bodyPr>
          <a:lstStyle/>
          <a:p>
            <a:r>
              <a:rPr lang="el-GR" sz="1800" b="1" dirty="0"/>
              <a:t>Αλγόριθμοι εύρεσης διαδρομής</a:t>
            </a:r>
            <a:endParaRPr lang="en-US" sz="1800" i="1" dirty="0"/>
          </a:p>
        </p:txBody>
      </p:sp>
      <p:sp>
        <p:nvSpPr>
          <p:cNvPr id="48" name="Rectangle 47">
            <a:extLst>
              <a:ext uri="{FF2B5EF4-FFF2-40B4-BE49-F238E27FC236}">
                <a16:creationId xmlns:a16="http://schemas.microsoft.com/office/drawing/2014/main" id="{79EB71DE-17B5-DD99-9D34-6D0912374C51}"/>
              </a:ext>
            </a:extLst>
          </p:cNvPr>
          <p:cNvSpPr/>
          <p:nvPr/>
        </p:nvSpPr>
        <p:spPr>
          <a:xfrm>
            <a:off x="7937332" y="4087562"/>
            <a:ext cx="4762546" cy="369332"/>
          </a:xfrm>
          <a:prstGeom prst="rect">
            <a:avLst/>
          </a:prstGeom>
        </p:spPr>
        <p:txBody>
          <a:bodyPr wrap="square">
            <a:spAutoFit/>
          </a:bodyPr>
          <a:lstStyle/>
          <a:p>
            <a:r>
              <a:rPr lang="el-GR" sz="1800" b="1" dirty="0"/>
              <a:t>Περίπτωση μελέτης</a:t>
            </a:r>
            <a:endParaRPr lang="en-US" sz="1800" i="1" dirty="0"/>
          </a:p>
        </p:txBody>
      </p:sp>
      <p:sp>
        <p:nvSpPr>
          <p:cNvPr id="49" name="Rectangle 48">
            <a:extLst>
              <a:ext uri="{FF2B5EF4-FFF2-40B4-BE49-F238E27FC236}">
                <a16:creationId xmlns:a16="http://schemas.microsoft.com/office/drawing/2014/main" id="{10130989-8076-AD26-B4DF-B06321C6C67E}"/>
              </a:ext>
            </a:extLst>
          </p:cNvPr>
          <p:cNvSpPr/>
          <p:nvPr/>
        </p:nvSpPr>
        <p:spPr>
          <a:xfrm>
            <a:off x="7937332" y="5458046"/>
            <a:ext cx="4762546" cy="369332"/>
          </a:xfrm>
          <a:prstGeom prst="rect">
            <a:avLst/>
          </a:prstGeom>
        </p:spPr>
        <p:txBody>
          <a:bodyPr wrap="square">
            <a:spAutoFit/>
          </a:bodyPr>
          <a:lstStyle/>
          <a:p>
            <a:r>
              <a:rPr lang="el-GR" sz="1800" b="1" dirty="0"/>
              <a:t>Αποτελέσματα</a:t>
            </a:r>
            <a:endParaRPr lang="en-US" sz="1800" i="1" dirty="0"/>
          </a:p>
        </p:txBody>
      </p:sp>
      <p:pic>
        <p:nvPicPr>
          <p:cNvPr id="51" name="Picture 50">
            <a:extLst>
              <a:ext uri="{FF2B5EF4-FFF2-40B4-BE49-F238E27FC236}">
                <a16:creationId xmlns:a16="http://schemas.microsoft.com/office/drawing/2014/main" id="{AC305DC1-C0EC-6E0F-1D11-EFDCDB8990D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451520" y="1046257"/>
            <a:ext cx="1010697" cy="1010697"/>
          </a:xfrm>
          <a:prstGeom prst="rect">
            <a:avLst/>
          </a:prstGeom>
        </p:spPr>
      </p:pic>
      <p:sp>
        <p:nvSpPr>
          <p:cNvPr id="52" name="Rectangle 51">
            <a:extLst>
              <a:ext uri="{FF2B5EF4-FFF2-40B4-BE49-F238E27FC236}">
                <a16:creationId xmlns:a16="http://schemas.microsoft.com/office/drawing/2014/main" id="{69A45EF7-C8DD-E25A-0ED1-2569A7603A53}"/>
              </a:ext>
            </a:extLst>
          </p:cNvPr>
          <p:cNvSpPr/>
          <p:nvPr/>
        </p:nvSpPr>
        <p:spPr>
          <a:xfrm>
            <a:off x="2462219" y="1362394"/>
            <a:ext cx="4762546" cy="369332"/>
          </a:xfrm>
          <a:prstGeom prst="rect">
            <a:avLst/>
          </a:prstGeom>
        </p:spPr>
        <p:txBody>
          <a:bodyPr wrap="square">
            <a:spAutoFit/>
          </a:bodyPr>
          <a:lstStyle/>
          <a:p>
            <a:r>
              <a:rPr lang="el-GR" sz="1800" b="1" dirty="0"/>
              <a:t>Τι υπάρχει σήμερα</a:t>
            </a:r>
            <a:endParaRPr lang="en-US" sz="1800" i="1" dirty="0"/>
          </a:p>
        </p:txBody>
      </p:sp>
      <p:pic>
        <p:nvPicPr>
          <p:cNvPr id="55" name="Picture 54">
            <a:extLst>
              <a:ext uri="{FF2B5EF4-FFF2-40B4-BE49-F238E27FC236}">
                <a16:creationId xmlns:a16="http://schemas.microsoft.com/office/drawing/2014/main" id="{3DDBC42C-FD5C-B609-69BB-8CC7E3643FF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926635" y="2445835"/>
            <a:ext cx="1010697" cy="1010697"/>
          </a:xfrm>
          <a:prstGeom prst="rect">
            <a:avLst/>
          </a:prstGeom>
        </p:spPr>
      </p:pic>
      <p:sp>
        <p:nvSpPr>
          <p:cNvPr id="57" name="Rectangle 56">
            <a:extLst>
              <a:ext uri="{FF2B5EF4-FFF2-40B4-BE49-F238E27FC236}">
                <a16:creationId xmlns:a16="http://schemas.microsoft.com/office/drawing/2014/main" id="{B3CD80CC-C07E-58C9-D1B1-93BFDD38E8D9}"/>
              </a:ext>
            </a:extLst>
          </p:cNvPr>
          <p:cNvSpPr/>
          <p:nvPr/>
        </p:nvSpPr>
        <p:spPr>
          <a:xfrm>
            <a:off x="7937332" y="2776233"/>
            <a:ext cx="4762546" cy="369332"/>
          </a:xfrm>
          <a:prstGeom prst="rect">
            <a:avLst/>
          </a:prstGeom>
        </p:spPr>
        <p:txBody>
          <a:bodyPr wrap="square">
            <a:spAutoFit/>
          </a:bodyPr>
          <a:lstStyle/>
          <a:p>
            <a:r>
              <a:rPr lang="en-US" sz="1800" b="1" dirty="0"/>
              <a:t>Julia </a:t>
            </a:r>
            <a:r>
              <a:rPr lang="el-GR" sz="1800" b="1" dirty="0"/>
              <a:t>ως περιβάλλον προσομοίωσης </a:t>
            </a:r>
            <a:endParaRPr lang="en-US" sz="1800" i="1" dirty="0"/>
          </a:p>
        </p:txBody>
      </p:sp>
    </p:spTree>
    <p:extLst>
      <p:ext uri="{BB962C8B-B14F-4D97-AF65-F5344CB8AC3E}">
        <p14:creationId xmlns:p14="http://schemas.microsoft.com/office/powerpoint/2010/main" val="2865516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500431-1201-AA39-A8CA-2E83706ECFA8}"/>
              </a:ext>
            </a:extLst>
          </p:cNvPr>
          <p:cNvSpPr>
            <a:spLocks noGrp="1"/>
          </p:cNvSpPr>
          <p:nvPr>
            <p:ph type="sldNum" sz="quarter" idx="4"/>
          </p:nvPr>
        </p:nvSpPr>
        <p:spPr/>
        <p:txBody>
          <a:bodyPr/>
          <a:lstStyle/>
          <a:p>
            <a:fld id="{3490C777-6B35-47B1-993A-7400E925DBDB}" type="slidenum">
              <a:rPr lang="en-US" smtClean="0"/>
              <a:pPr/>
              <a:t>4</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3341B4B9-540E-A42F-4695-3FFC70D946C0}"/>
              </a:ext>
            </a:extLst>
          </p:cNvPr>
          <p:cNvSpPr>
            <a:spLocks noGrp="1"/>
          </p:cNvSpPr>
          <p:nvPr>
            <p:ph type="title"/>
          </p:nvPr>
        </p:nvSpPr>
        <p:spPr/>
        <p:txBody>
          <a:bodyPr/>
          <a:lstStyle/>
          <a:p>
            <a:r>
              <a:rPr lang="el-GR" dirty="0"/>
              <a:t>Βιβλιογραφία και κενά</a:t>
            </a:r>
          </a:p>
        </p:txBody>
      </p:sp>
      <p:sp>
        <p:nvSpPr>
          <p:cNvPr id="4" name="Text Placeholder 3">
            <a:extLst>
              <a:ext uri="{FF2B5EF4-FFF2-40B4-BE49-F238E27FC236}">
                <a16:creationId xmlns:a16="http://schemas.microsoft.com/office/drawing/2014/main" id="{4D568BD1-AF93-3AF4-CC23-B225F41857DF}"/>
              </a:ext>
            </a:extLst>
          </p:cNvPr>
          <p:cNvSpPr>
            <a:spLocks noGrp="1"/>
          </p:cNvSpPr>
          <p:nvPr>
            <p:ph type="body" sz="quarter" idx="10"/>
          </p:nvPr>
        </p:nvSpPr>
        <p:spPr/>
        <p:txBody>
          <a:bodyPr/>
          <a:lstStyle/>
          <a:p>
            <a:endParaRPr lang="el-GR" dirty="0"/>
          </a:p>
        </p:txBody>
      </p:sp>
    </p:spTree>
    <p:extLst>
      <p:ext uri="{BB962C8B-B14F-4D97-AF65-F5344CB8AC3E}">
        <p14:creationId xmlns:p14="http://schemas.microsoft.com/office/powerpoint/2010/main" val="40660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F281C8-85F9-6482-396B-B8003B8924CC}"/>
              </a:ext>
            </a:extLst>
          </p:cNvPr>
          <p:cNvSpPr>
            <a:spLocks noGrp="1"/>
          </p:cNvSpPr>
          <p:nvPr>
            <p:ph type="sldNum" sz="quarter" idx="4"/>
          </p:nvPr>
        </p:nvSpPr>
        <p:spPr/>
        <p:txBody>
          <a:bodyPr/>
          <a:lstStyle/>
          <a:p>
            <a:fld id="{3490C777-6B35-47B1-993A-7400E925DBDB}" type="slidenum">
              <a:rPr lang="en-US" smtClean="0"/>
              <a:pPr/>
              <a:t>5</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560E39E9-5ECC-1900-C5E3-506FFDC687BF}"/>
              </a:ext>
            </a:extLst>
          </p:cNvPr>
          <p:cNvSpPr>
            <a:spLocks noGrp="1"/>
          </p:cNvSpPr>
          <p:nvPr>
            <p:ph type="title"/>
          </p:nvPr>
        </p:nvSpPr>
        <p:spPr/>
        <p:txBody>
          <a:bodyPr/>
          <a:lstStyle/>
          <a:p>
            <a:r>
              <a:rPr lang="el-GR" dirty="0"/>
              <a:t>Αναπαράσταση ανθρώπινης συμπεριφοράς</a:t>
            </a:r>
          </a:p>
        </p:txBody>
      </p:sp>
      <p:sp>
        <p:nvSpPr>
          <p:cNvPr id="4" name="Text Placeholder 3">
            <a:extLst>
              <a:ext uri="{FF2B5EF4-FFF2-40B4-BE49-F238E27FC236}">
                <a16:creationId xmlns:a16="http://schemas.microsoft.com/office/drawing/2014/main" id="{FD4B606E-B41E-066C-47F3-23001B8423B5}"/>
              </a:ext>
            </a:extLst>
          </p:cNvPr>
          <p:cNvSpPr>
            <a:spLocks noGrp="1"/>
          </p:cNvSpPr>
          <p:nvPr>
            <p:ph type="body" sz="quarter" idx="10"/>
          </p:nvPr>
        </p:nvSpPr>
        <p:spPr/>
        <p:txBody>
          <a:bodyPr/>
          <a:lstStyle/>
          <a:p>
            <a:endParaRPr lang="el-GR"/>
          </a:p>
        </p:txBody>
      </p:sp>
    </p:spTree>
    <p:extLst>
      <p:ext uri="{BB962C8B-B14F-4D97-AF65-F5344CB8AC3E}">
        <p14:creationId xmlns:p14="http://schemas.microsoft.com/office/powerpoint/2010/main" val="1481066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4EB3BC-52AB-BBB2-2E40-C740FC012D7D}"/>
              </a:ext>
            </a:extLst>
          </p:cNvPr>
          <p:cNvSpPr>
            <a:spLocks noGrp="1"/>
          </p:cNvSpPr>
          <p:nvPr>
            <p:ph type="sldNum" sz="quarter" idx="4"/>
          </p:nvPr>
        </p:nvSpPr>
        <p:spPr/>
        <p:txBody>
          <a:bodyPr/>
          <a:lstStyle/>
          <a:p>
            <a:fld id="{3490C777-6B35-47B1-993A-7400E925DBDB}" type="slidenum">
              <a:rPr lang="en-US" smtClean="0"/>
              <a:pPr/>
              <a:t>6</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15D15286-F413-5EF2-AA9A-98120D05808A}"/>
              </a:ext>
            </a:extLst>
          </p:cNvPr>
          <p:cNvSpPr>
            <a:spLocks noGrp="1"/>
          </p:cNvSpPr>
          <p:nvPr>
            <p:ph type="title"/>
          </p:nvPr>
        </p:nvSpPr>
        <p:spPr/>
        <p:txBody>
          <a:bodyPr/>
          <a:lstStyle/>
          <a:p>
            <a:r>
              <a:rPr lang="el-GR" dirty="0"/>
              <a:t>Είδη κινδύνου στη βιομηχανία</a:t>
            </a:r>
          </a:p>
        </p:txBody>
      </p:sp>
      <p:sp>
        <p:nvSpPr>
          <p:cNvPr id="4" name="Text Placeholder 3">
            <a:extLst>
              <a:ext uri="{FF2B5EF4-FFF2-40B4-BE49-F238E27FC236}">
                <a16:creationId xmlns:a16="http://schemas.microsoft.com/office/drawing/2014/main" id="{B99BE128-314E-B8A0-ADEF-C57A8410C8E1}"/>
              </a:ext>
            </a:extLst>
          </p:cNvPr>
          <p:cNvSpPr>
            <a:spLocks noGrp="1"/>
          </p:cNvSpPr>
          <p:nvPr>
            <p:ph type="body" sz="quarter" idx="10"/>
          </p:nvPr>
        </p:nvSpPr>
        <p:spPr/>
        <p:txBody>
          <a:bodyPr/>
          <a:lstStyle/>
          <a:p>
            <a:endParaRPr lang="el-GR"/>
          </a:p>
        </p:txBody>
      </p:sp>
    </p:spTree>
    <p:extLst>
      <p:ext uri="{BB962C8B-B14F-4D97-AF65-F5344CB8AC3E}">
        <p14:creationId xmlns:p14="http://schemas.microsoft.com/office/powerpoint/2010/main" val="2513164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3B64F3-3CF1-1479-B6D0-49885D374865}"/>
              </a:ext>
            </a:extLst>
          </p:cNvPr>
          <p:cNvSpPr>
            <a:spLocks noGrp="1"/>
          </p:cNvSpPr>
          <p:nvPr>
            <p:ph type="sldNum" sz="quarter" idx="4"/>
          </p:nvPr>
        </p:nvSpPr>
        <p:spPr/>
        <p:txBody>
          <a:bodyPr/>
          <a:lstStyle/>
          <a:p>
            <a:fld id="{3490C777-6B35-47B1-993A-7400E925DBDB}" type="slidenum">
              <a:rPr lang="en-US" smtClean="0"/>
              <a:pPr/>
              <a:t>7</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55D05E2E-D496-9037-45E6-CB5E055A1120}"/>
              </a:ext>
            </a:extLst>
          </p:cNvPr>
          <p:cNvSpPr>
            <a:spLocks noGrp="1"/>
          </p:cNvSpPr>
          <p:nvPr>
            <p:ph type="title"/>
          </p:nvPr>
        </p:nvSpPr>
        <p:spPr/>
        <p:txBody>
          <a:bodyPr/>
          <a:lstStyle/>
          <a:p>
            <a:r>
              <a:rPr lang="el-GR" dirty="0"/>
              <a:t>Υδρόθειο</a:t>
            </a:r>
          </a:p>
        </p:txBody>
      </p:sp>
      <p:sp>
        <p:nvSpPr>
          <p:cNvPr id="4" name="Text Placeholder 3">
            <a:extLst>
              <a:ext uri="{FF2B5EF4-FFF2-40B4-BE49-F238E27FC236}">
                <a16:creationId xmlns:a16="http://schemas.microsoft.com/office/drawing/2014/main" id="{B68980BD-C91C-2516-F2EA-11BC53B33B6C}"/>
              </a:ext>
            </a:extLst>
          </p:cNvPr>
          <p:cNvSpPr>
            <a:spLocks noGrp="1"/>
          </p:cNvSpPr>
          <p:nvPr>
            <p:ph type="body" sz="quarter" idx="10"/>
          </p:nvPr>
        </p:nvSpPr>
        <p:spPr/>
        <p:txBody>
          <a:bodyPr/>
          <a:lstStyle/>
          <a:p>
            <a:endParaRPr lang="el-GR"/>
          </a:p>
        </p:txBody>
      </p:sp>
    </p:spTree>
    <p:extLst>
      <p:ext uri="{BB962C8B-B14F-4D97-AF65-F5344CB8AC3E}">
        <p14:creationId xmlns:p14="http://schemas.microsoft.com/office/powerpoint/2010/main" val="190026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60F291-1E6B-EA1D-6460-CF4CFB540AB3}"/>
              </a:ext>
            </a:extLst>
          </p:cNvPr>
          <p:cNvSpPr>
            <a:spLocks noGrp="1"/>
          </p:cNvSpPr>
          <p:nvPr>
            <p:ph type="sldNum" sz="quarter" idx="4"/>
          </p:nvPr>
        </p:nvSpPr>
        <p:spPr/>
        <p:txBody>
          <a:bodyPr/>
          <a:lstStyle/>
          <a:p>
            <a:fld id="{3490C777-6B35-47B1-993A-7400E925DBDB}" type="slidenum">
              <a:rPr lang="en-US" smtClean="0"/>
              <a:pPr/>
              <a:t>8</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5C6F7B11-6744-0FA0-5F91-10B8C5B6F70F}"/>
              </a:ext>
            </a:extLst>
          </p:cNvPr>
          <p:cNvSpPr>
            <a:spLocks noGrp="1"/>
          </p:cNvSpPr>
          <p:nvPr>
            <p:ph type="title"/>
          </p:nvPr>
        </p:nvSpPr>
        <p:spPr/>
        <p:txBody>
          <a:bodyPr/>
          <a:lstStyle/>
          <a:p>
            <a:r>
              <a:rPr lang="el-GR" dirty="0"/>
              <a:t>Επίδραση του κινδύνου στην εκκένωση</a:t>
            </a:r>
          </a:p>
        </p:txBody>
      </p:sp>
      <p:sp>
        <p:nvSpPr>
          <p:cNvPr id="4" name="Text Placeholder 3">
            <a:extLst>
              <a:ext uri="{FF2B5EF4-FFF2-40B4-BE49-F238E27FC236}">
                <a16:creationId xmlns:a16="http://schemas.microsoft.com/office/drawing/2014/main" id="{BA829531-457E-3810-CB4F-612F647ACEB3}"/>
              </a:ext>
            </a:extLst>
          </p:cNvPr>
          <p:cNvSpPr>
            <a:spLocks noGrp="1"/>
          </p:cNvSpPr>
          <p:nvPr>
            <p:ph type="body" sz="quarter" idx="10"/>
          </p:nvPr>
        </p:nvSpPr>
        <p:spPr/>
        <p:txBody>
          <a:bodyPr/>
          <a:lstStyle/>
          <a:p>
            <a:endParaRPr lang="el-GR"/>
          </a:p>
        </p:txBody>
      </p:sp>
    </p:spTree>
    <p:extLst>
      <p:ext uri="{BB962C8B-B14F-4D97-AF65-F5344CB8AC3E}">
        <p14:creationId xmlns:p14="http://schemas.microsoft.com/office/powerpoint/2010/main" val="3066887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6139D-317A-A6DC-73A8-00DF80BA9DE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A22BA5-2240-D294-83AA-94E6E1F68D9A}"/>
              </a:ext>
            </a:extLst>
          </p:cNvPr>
          <p:cNvSpPr>
            <a:spLocks noGrp="1"/>
          </p:cNvSpPr>
          <p:nvPr>
            <p:ph type="sldNum" sz="quarter" idx="4"/>
          </p:nvPr>
        </p:nvSpPr>
        <p:spPr/>
        <p:txBody>
          <a:bodyPr/>
          <a:lstStyle/>
          <a:p>
            <a:fld id="{3490C777-6B35-47B1-993A-7400E925DBDB}" type="slidenum">
              <a:rPr lang="en-US" smtClean="0"/>
              <a:pPr/>
              <a:t>9</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04528E83-F4C8-25FF-9165-83EE7C1551C8}"/>
              </a:ext>
            </a:extLst>
          </p:cNvPr>
          <p:cNvSpPr>
            <a:spLocks noGrp="1"/>
          </p:cNvSpPr>
          <p:nvPr>
            <p:ph type="title"/>
          </p:nvPr>
        </p:nvSpPr>
        <p:spPr/>
        <p:txBody>
          <a:bodyPr/>
          <a:lstStyle/>
          <a:p>
            <a:r>
              <a:rPr lang="el-GR" dirty="0"/>
              <a:t>Επίδραση του κινδύνου στην εκκένωση</a:t>
            </a:r>
          </a:p>
        </p:txBody>
      </p:sp>
      <p:sp>
        <p:nvSpPr>
          <p:cNvPr id="4" name="Text Placeholder 3">
            <a:extLst>
              <a:ext uri="{FF2B5EF4-FFF2-40B4-BE49-F238E27FC236}">
                <a16:creationId xmlns:a16="http://schemas.microsoft.com/office/drawing/2014/main" id="{2C7CCEBB-D98D-B540-FEAA-C036A3EC767C}"/>
              </a:ext>
            </a:extLst>
          </p:cNvPr>
          <p:cNvSpPr>
            <a:spLocks noGrp="1"/>
          </p:cNvSpPr>
          <p:nvPr>
            <p:ph type="body" sz="quarter" idx="10"/>
          </p:nvPr>
        </p:nvSpPr>
        <p:spPr/>
        <p:txBody>
          <a:bodyPr/>
          <a:lstStyle/>
          <a:p>
            <a:endParaRPr lang="el-GR"/>
          </a:p>
        </p:txBody>
      </p:sp>
    </p:spTree>
    <p:extLst>
      <p:ext uri="{BB962C8B-B14F-4D97-AF65-F5344CB8AC3E}">
        <p14:creationId xmlns:p14="http://schemas.microsoft.com/office/powerpoint/2010/main" val="3895012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938C33-72E5-D8E3-8CB8-261D023B796E}"/>
              </a:ext>
            </a:extLst>
          </p:cNvPr>
          <p:cNvSpPr>
            <a:spLocks noGrp="1"/>
          </p:cNvSpPr>
          <p:nvPr>
            <p:ph type="sldNum" sz="quarter" idx="4"/>
          </p:nvPr>
        </p:nvSpPr>
        <p:spPr/>
        <p:txBody>
          <a:bodyPr/>
          <a:lstStyle/>
          <a:p>
            <a:fld id="{3490C777-6B35-47B1-993A-7400E925DBDB}" type="slidenum">
              <a:rPr lang="en-US" smtClean="0"/>
              <a:pPr/>
              <a:t>10</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C2E81EBF-F510-5D42-74F6-22B9B51453B0}"/>
              </a:ext>
            </a:extLst>
          </p:cNvPr>
          <p:cNvSpPr>
            <a:spLocks noGrp="1"/>
          </p:cNvSpPr>
          <p:nvPr>
            <p:ph type="title"/>
          </p:nvPr>
        </p:nvSpPr>
        <p:spPr/>
        <p:txBody>
          <a:bodyPr/>
          <a:lstStyle/>
          <a:p>
            <a:r>
              <a:rPr lang="el-GR" dirty="0"/>
              <a:t>Αλγόριθμοι εύρεσης διαδρομής</a:t>
            </a:r>
          </a:p>
        </p:txBody>
      </p:sp>
      <p:sp>
        <p:nvSpPr>
          <p:cNvPr id="4" name="Text Placeholder 3">
            <a:extLst>
              <a:ext uri="{FF2B5EF4-FFF2-40B4-BE49-F238E27FC236}">
                <a16:creationId xmlns:a16="http://schemas.microsoft.com/office/drawing/2014/main" id="{85C39256-ED25-F9B2-24CC-CB4EFF8A71AF}"/>
              </a:ext>
            </a:extLst>
          </p:cNvPr>
          <p:cNvSpPr>
            <a:spLocks noGrp="1"/>
          </p:cNvSpPr>
          <p:nvPr>
            <p:ph type="body" sz="quarter" idx="10"/>
          </p:nvPr>
        </p:nvSpPr>
        <p:spPr/>
        <p:txBody>
          <a:bodyPr/>
          <a:lstStyle/>
          <a:p>
            <a:endParaRPr lang="el-GR"/>
          </a:p>
        </p:txBody>
      </p:sp>
    </p:spTree>
    <p:extLst>
      <p:ext uri="{BB962C8B-B14F-4D97-AF65-F5344CB8AC3E}">
        <p14:creationId xmlns:p14="http://schemas.microsoft.com/office/powerpoint/2010/main" val="2400925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C02D5-AD77-7A44-0331-61E6E838605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467607-2C9E-3A5F-D331-695D3D1571E9}"/>
              </a:ext>
            </a:extLst>
          </p:cNvPr>
          <p:cNvSpPr>
            <a:spLocks noGrp="1"/>
          </p:cNvSpPr>
          <p:nvPr>
            <p:ph type="sldNum" sz="quarter" idx="4"/>
          </p:nvPr>
        </p:nvSpPr>
        <p:spPr/>
        <p:txBody>
          <a:bodyPr/>
          <a:lstStyle/>
          <a:p>
            <a:fld id="{3490C777-6B35-47B1-993A-7400E925DBDB}" type="slidenum">
              <a:rPr lang="en-US" smtClean="0"/>
              <a:pPr/>
              <a:t>11</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F82482CB-3689-233A-8E64-F83C969727D5}"/>
              </a:ext>
            </a:extLst>
          </p:cNvPr>
          <p:cNvSpPr>
            <a:spLocks noGrp="1"/>
          </p:cNvSpPr>
          <p:nvPr>
            <p:ph type="title"/>
          </p:nvPr>
        </p:nvSpPr>
        <p:spPr/>
        <p:txBody>
          <a:bodyPr/>
          <a:lstStyle/>
          <a:p>
            <a:r>
              <a:rPr lang="el-GR" dirty="0"/>
              <a:t>Αλγόριθμοι εύρεσης διαδρομής</a:t>
            </a:r>
          </a:p>
        </p:txBody>
      </p:sp>
      <p:sp>
        <p:nvSpPr>
          <p:cNvPr id="4" name="Text Placeholder 3">
            <a:extLst>
              <a:ext uri="{FF2B5EF4-FFF2-40B4-BE49-F238E27FC236}">
                <a16:creationId xmlns:a16="http://schemas.microsoft.com/office/drawing/2014/main" id="{28247A6B-E4D4-C5C4-A1C1-6350E734435B}"/>
              </a:ext>
            </a:extLst>
          </p:cNvPr>
          <p:cNvSpPr>
            <a:spLocks noGrp="1"/>
          </p:cNvSpPr>
          <p:nvPr>
            <p:ph type="body" sz="quarter" idx="10"/>
          </p:nvPr>
        </p:nvSpPr>
        <p:spPr/>
        <p:txBody>
          <a:bodyPr/>
          <a:lstStyle/>
          <a:p>
            <a:endParaRPr lang="el-GR"/>
          </a:p>
        </p:txBody>
      </p:sp>
    </p:spTree>
    <p:extLst>
      <p:ext uri="{BB962C8B-B14F-4D97-AF65-F5344CB8AC3E}">
        <p14:creationId xmlns:p14="http://schemas.microsoft.com/office/powerpoint/2010/main" val="1914221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6F023-BB45-B20F-BCE8-FAD6FCE75C7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09F635-E1A0-C1D6-8999-E96256A9BC10}"/>
              </a:ext>
            </a:extLst>
          </p:cNvPr>
          <p:cNvSpPr>
            <a:spLocks noGrp="1"/>
          </p:cNvSpPr>
          <p:nvPr>
            <p:ph type="sldNum" sz="quarter" idx="4"/>
          </p:nvPr>
        </p:nvSpPr>
        <p:spPr/>
        <p:txBody>
          <a:bodyPr/>
          <a:lstStyle/>
          <a:p>
            <a:fld id="{3490C777-6B35-47B1-993A-7400E925DBDB}" type="slidenum">
              <a:rPr lang="en-US" smtClean="0"/>
              <a:pPr/>
              <a:t>12</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E69B3BC4-2B65-8478-FF57-9B85EDBF7781}"/>
              </a:ext>
            </a:extLst>
          </p:cNvPr>
          <p:cNvSpPr>
            <a:spLocks noGrp="1"/>
          </p:cNvSpPr>
          <p:nvPr>
            <p:ph type="title"/>
          </p:nvPr>
        </p:nvSpPr>
        <p:spPr/>
        <p:txBody>
          <a:bodyPr/>
          <a:lstStyle/>
          <a:p>
            <a:r>
              <a:rPr lang="el-GR" dirty="0"/>
              <a:t>Αλγόριθμοι εύρεσης διαδρομής</a:t>
            </a:r>
          </a:p>
        </p:txBody>
      </p:sp>
      <p:sp>
        <p:nvSpPr>
          <p:cNvPr id="4" name="Text Placeholder 3">
            <a:extLst>
              <a:ext uri="{FF2B5EF4-FFF2-40B4-BE49-F238E27FC236}">
                <a16:creationId xmlns:a16="http://schemas.microsoft.com/office/drawing/2014/main" id="{0E745750-1F62-E929-B68B-03403C13222B}"/>
              </a:ext>
            </a:extLst>
          </p:cNvPr>
          <p:cNvSpPr>
            <a:spLocks noGrp="1"/>
          </p:cNvSpPr>
          <p:nvPr>
            <p:ph type="body" sz="quarter" idx="10"/>
          </p:nvPr>
        </p:nvSpPr>
        <p:spPr/>
        <p:txBody>
          <a:bodyPr/>
          <a:lstStyle/>
          <a:p>
            <a:endParaRPr lang="el-GR"/>
          </a:p>
        </p:txBody>
      </p:sp>
    </p:spTree>
    <p:extLst>
      <p:ext uri="{BB962C8B-B14F-4D97-AF65-F5344CB8AC3E}">
        <p14:creationId xmlns:p14="http://schemas.microsoft.com/office/powerpoint/2010/main" val="2515566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E8CC4D-F406-1860-7A1E-5A6B32A67552}"/>
              </a:ext>
            </a:extLst>
          </p:cNvPr>
          <p:cNvSpPr>
            <a:spLocks noGrp="1"/>
          </p:cNvSpPr>
          <p:nvPr>
            <p:ph type="sldNum" sz="quarter" idx="4"/>
          </p:nvPr>
        </p:nvSpPr>
        <p:spPr/>
        <p:txBody>
          <a:bodyPr/>
          <a:lstStyle/>
          <a:p>
            <a:fld id="{3490C777-6B35-47B1-993A-7400E925DBDB}" type="slidenum">
              <a:rPr lang="en-US" smtClean="0"/>
              <a:pPr/>
              <a:t>13</a:t>
            </a:fld>
            <a:endParaRPr lang="en-US" dirty="0">
              <a:latin typeface="Aptos" panose="020B0004020202020204" pitchFamily="34" charset="0"/>
            </a:endParaRPr>
          </a:p>
        </p:txBody>
      </p:sp>
      <p:sp>
        <p:nvSpPr>
          <p:cNvPr id="3" name="Title 2">
            <a:extLst>
              <a:ext uri="{FF2B5EF4-FFF2-40B4-BE49-F238E27FC236}">
                <a16:creationId xmlns:a16="http://schemas.microsoft.com/office/drawing/2014/main" id="{93762800-408A-A215-9011-C0FDDC0F2ED9}"/>
              </a:ext>
            </a:extLst>
          </p:cNvPr>
          <p:cNvSpPr>
            <a:spLocks noGrp="1"/>
          </p:cNvSpPr>
          <p:nvPr>
            <p:ph type="title"/>
          </p:nvPr>
        </p:nvSpPr>
        <p:spPr/>
        <p:txBody>
          <a:bodyPr/>
          <a:lstStyle/>
          <a:p>
            <a:r>
              <a:rPr lang="en-US" dirty="0"/>
              <a:t>Julia </a:t>
            </a:r>
            <a:r>
              <a:rPr lang="el-GR" dirty="0"/>
              <a:t>ως περιβάλλον προσομοίωσης</a:t>
            </a:r>
          </a:p>
        </p:txBody>
      </p:sp>
      <p:sp>
        <p:nvSpPr>
          <p:cNvPr id="4" name="Text Placeholder 3">
            <a:extLst>
              <a:ext uri="{FF2B5EF4-FFF2-40B4-BE49-F238E27FC236}">
                <a16:creationId xmlns:a16="http://schemas.microsoft.com/office/drawing/2014/main" id="{797A1B35-EB1E-5CB0-9DB5-9C9646DEFADB}"/>
              </a:ext>
            </a:extLst>
          </p:cNvPr>
          <p:cNvSpPr>
            <a:spLocks noGrp="1"/>
          </p:cNvSpPr>
          <p:nvPr>
            <p:ph type="body" sz="quarter" idx="10"/>
          </p:nvPr>
        </p:nvSpPr>
        <p:spPr/>
        <p:txBody>
          <a:bodyPr/>
          <a:lstStyle/>
          <a:p>
            <a:endParaRPr lang="el-GR"/>
          </a:p>
        </p:txBody>
      </p:sp>
    </p:spTree>
    <p:extLst>
      <p:ext uri="{BB962C8B-B14F-4D97-AF65-F5344CB8AC3E}">
        <p14:creationId xmlns:p14="http://schemas.microsoft.com/office/powerpoint/2010/main" val="2190363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BA93E01-0122-4ECA-BDFF-20CCF208DC4D}"/>
              </a:ext>
            </a:extLst>
          </p:cNvPr>
          <p:cNvGrpSpPr/>
          <p:nvPr/>
        </p:nvGrpSpPr>
        <p:grpSpPr>
          <a:xfrm>
            <a:off x="1841551" y="692696"/>
            <a:ext cx="5849240" cy="3128466"/>
            <a:chOff x="1841551" y="692696"/>
            <a:chExt cx="5849240" cy="3128466"/>
          </a:xfrm>
        </p:grpSpPr>
        <p:pic>
          <p:nvPicPr>
            <p:cNvPr id="2"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5608" t="17022" r="7708" b="5739"/>
            <a:stretch/>
          </p:blipFill>
          <p:spPr>
            <a:xfrm>
              <a:off x="1841551" y="692696"/>
              <a:ext cx="5686760" cy="28514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ACD95C45-FE83-42D0-85E2-9BF2BEDDB0F6}"/>
                </a:ext>
              </a:extLst>
            </p:cNvPr>
            <p:cNvSpPr/>
            <p:nvPr/>
          </p:nvSpPr>
          <p:spPr>
            <a:xfrm>
              <a:off x="6456158" y="3544163"/>
              <a:ext cx="1234633" cy="276999"/>
            </a:xfrm>
            <a:prstGeom prst="rect">
              <a:avLst/>
            </a:prstGeom>
          </p:spPr>
          <p:txBody>
            <a:bodyPr wrap="none">
              <a:spAutoFit/>
            </a:bodyPr>
            <a:lstStyle/>
            <a:p>
              <a:pPr marL="0" marR="0" lvl="0" indent="0" algn="l" defTabSz="914167"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Arial"/>
                  <a:ea typeface="+mn-ea"/>
                  <a:cs typeface="+mn-cs"/>
                </a:rPr>
                <a:t>[Summer 2023]</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grpSp>
      <p:sp>
        <p:nvSpPr>
          <p:cNvPr id="15" name="Freeform: Shape 14">
            <a:extLst>
              <a:ext uri="{FF2B5EF4-FFF2-40B4-BE49-F238E27FC236}">
                <a16:creationId xmlns:a16="http://schemas.microsoft.com/office/drawing/2014/main" id="{7998BDD6-DCE6-6F8A-192E-0BA3899F855A}"/>
              </a:ext>
            </a:extLst>
          </p:cNvPr>
          <p:cNvSpPr/>
          <p:nvPr/>
        </p:nvSpPr>
        <p:spPr>
          <a:xfrm>
            <a:off x="1841551" y="611826"/>
            <a:ext cx="5711060" cy="2945874"/>
          </a:xfrm>
          <a:custGeom>
            <a:avLst/>
            <a:gdLst>
              <a:gd name="connsiteX0" fmla="*/ 4541431 w 5711060"/>
              <a:gd name="connsiteY0" fmla="*/ 311876 h 2945874"/>
              <a:gd name="connsiteX1" fmla="*/ 4305101 w 5711060"/>
              <a:gd name="connsiteY1" fmla="*/ 567977 h 2945874"/>
              <a:gd name="connsiteX2" fmla="*/ 3959282 w 5711060"/>
              <a:gd name="connsiteY2" fmla="*/ 689524 h 2945874"/>
              <a:gd name="connsiteX3" fmla="*/ 4159041 w 5711060"/>
              <a:gd name="connsiteY3" fmla="*/ 969349 h 2945874"/>
              <a:gd name="connsiteX4" fmla="*/ 4181643 w 5711060"/>
              <a:gd name="connsiteY4" fmla="*/ 1300570 h 2945874"/>
              <a:gd name="connsiteX5" fmla="*/ 4541431 w 5711060"/>
              <a:gd name="connsiteY5" fmla="*/ 1217411 h 2945874"/>
              <a:gd name="connsiteX6" fmla="*/ 4901219 w 5711060"/>
              <a:gd name="connsiteY6" fmla="*/ 1300570 h 2945874"/>
              <a:gd name="connsiteX7" fmla="*/ 4923821 w 5711060"/>
              <a:gd name="connsiteY7" fmla="*/ 969349 h 2945874"/>
              <a:gd name="connsiteX8" fmla="*/ 5123580 w 5711060"/>
              <a:gd name="connsiteY8" fmla="*/ 689524 h 2945874"/>
              <a:gd name="connsiteX9" fmla="*/ 4777761 w 5711060"/>
              <a:gd name="connsiteY9" fmla="*/ 567977 h 2945874"/>
              <a:gd name="connsiteX10" fmla="*/ 0 w 5711060"/>
              <a:gd name="connsiteY10" fmla="*/ 0 h 2945874"/>
              <a:gd name="connsiteX11" fmla="*/ 5711060 w 5711060"/>
              <a:gd name="connsiteY11" fmla="*/ 0 h 2945874"/>
              <a:gd name="connsiteX12" fmla="*/ 5711060 w 5711060"/>
              <a:gd name="connsiteY12" fmla="*/ 2945874 h 2945874"/>
              <a:gd name="connsiteX13" fmla="*/ 0 w 5711060"/>
              <a:gd name="connsiteY13" fmla="*/ 2945874 h 2945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11060" h="2945874">
                <a:moveTo>
                  <a:pt x="4541431" y="311876"/>
                </a:moveTo>
                <a:lnTo>
                  <a:pt x="4305101" y="567977"/>
                </a:lnTo>
                <a:lnTo>
                  <a:pt x="3959282" y="689524"/>
                </a:lnTo>
                <a:lnTo>
                  <a:pt x="4159041" y="969349"/>
                </a:lnTo>
                <a:lnTo>
                  <a:pt x="4181643" y="1300570"/>
                </a:lnTo>
                <a:lnTo>
                  <a:pt x="4541431" y="1217411"/>
                </a:lnTo>
                <a:lnTo>
                  <a:pt x="4901219" y="1300570"/>
                </a:lnTo>
                <a:lnTo>
                  <a:pt x="4923821" y="969349"/>
                </a:lnTo>
                <a:lnTo>
                  <a:pt x="5123580" y="689524"/>
                </a:lnTo>
                <a:lnTo>
                  <a:pt x="4777761" y="567977"/>
                </a:lnTo>
                <a:close/>
                <a:moveTo>
                  <a:pt x="0" y="0"/>
                </a:moveTo>
                <a:lnTo>
                  <a:pt x="5711060" y="0"/>
                </a:lnTo>
                <a:lnTo>
                  <a:pt x="5711060" y="2945874"/>
                </a:lnTo>
                <a:lnTo>
                  <a:pt x="0" y="2945874"/>
                </a:lnTo>
                <a:close/>
              </a:path>
            </a:pathLst>
          </a:custGeom>
          <a:solidFill>
            <a:srgbClr val="FFFFFF">
              <a:alpha val="6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6"/>
          <p:cNvSpPr>
            <a:spLocks noGrp="1"/>
          </p:cNvSpPr>
          <p:nvPr>
            <p:ph type="title"/>
          </p:nvPr>
        </p:nvSpPr>
        <p:spPr/>
        <p:txBody>
          <a:bodyPr/>
          <a:lstStyle/>
          <a:p>
            <a:r>
              <a:rPr lang="en-US" dirty="0"/>
              <a:t>…Research team</a:t>
            </a:r>
          </a:p>
        </p:txBody>
      </p:sp>
      <p:sp>
        <p:nvSpPr>
          <p:cNvPr id="4" name="Slide Number Placeholder 3"/>
          <p:cNvSpPr>
            <a:spLocks noGrp="1"/>
          </p:cNvSpPr>
          <p:nvPr>
            <p:ph type="sldNum" sz="quarter" idx="4"/>
          </p:nvPr>
        </p:nvSpPr>
        <p:spPr/>
        <p:txBody>
          <a:bodyPr/>
          <a:lstStyle/>
          <a:p>
            <a:pPr marL="0" marR="0" lvl="0" indent="0" algn="ctr" defTabSz="914167" rtl="0" eaLnBrk="1" fontAlgn="auto" latinLnBrk="0" hangingPunct="1">
              <a:lnSpc>
                <a:spcPct val="100000"/>
              </a:lnSpc>
              <a:spcBef>
                <a:spcPts val="0"/>
              </a:spcBef>
              <a:spcAft>
                <a:spcPts val="0"/>
              </a:spcAft>
              <a:buClrTx/>
              <a:buSzTx/>
              <a:buFontTx/>
              <a:buNone/>
              <a:tabLst/>
              <a:defRPr/>
            </a:pPr>
            <a:fld id="{3490C777-6B35-47B1-993A-7400E925DBDB}" type="slidenum">
              <a:rPr kumimoji="0" lang="en-US" sz="1400" b="1" i="0" u="none" strike="noStrike" kern="1200" cap="none" spc="0" normalizeH="0" baseline="0" noProof="0" smtClean="0">
                <a:ln>
                  <a:noFill/>
                </a:ln>
                <a:solidFill>
                  <a:srgbClr val="E7DED0"/>
                </a:solidFill>
                <a:effectLst>
                  <a:outerShdw blurRad="38100" dist="38100" dir="2700000" algn="tl">
                    <a:srgbClr val="000000">
                      <a:alpha val="43137"/>
                    </a:srgbClr>
                  </a:outerShdw>
                </a:effectLst>
                <a:uLnTx/>
                <a:uFillTx/>
                <a:latin typeface="Calibri" pitchFamily="34" charset="0"/>
                <a:ea typeface="+mn-ea"/>
                <a:cs typeface="+mn-cs"/>
              </a:rPr>
              <a:pPr marL="0" marR="0" lvl="0" indent="0" algn="ctr" defTabSz="914167"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rgbClr val="E7DED0"/>
              </a:solidFill>
              <a:effectLst>
                <a:outerShdw blurRad="38100" dist="38100" dir="2700000" algn="tl">
                  <a:srgbClr val="000000">
                    <a:alpha val="43137"/>
                  </a:srgbClr>
                </a:outerShdw>
              </a:effectLst>
              <a:uLnTx/>
              <a:uFillTx/>
              <a:latin typeface="Calibri" pitchFamily="34" charset="0"/>
              <a:ea typeface="+mn-ea"/>
              <a:cs typeface="+mn-cs"/>
            </a:endParaRPr>
          </a:p>
        </p:txBody>
      </p:sp>
      <p:pic>
        <p:nvPicPr>
          <p:cNvPr id="20" name="Picture 19">
            <a:extLst>
              <a:ext uri="{FF2B5EF4-FFF2-40B4-BE49-F238E27FC236}">
                <a16:creationId xmlns:a16="http://schemas.microsoft.com/office/drawing/2014/main" id="{034C10B5-5FC7-4CD4-86E0-F65EC3E641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39536" y="4718320"/>
            <a:ext cx="826301" cy="927640"/>
          </a:xfrm>
          <a:prstGeom prst="rect">
            <a:avLst/>
          </a:prstGeom>
        </p:spPr>
      </p:pic>
      <p:pic>
        <p:nvPicPr>
          <p:cNvPr id="21" name="Picture 20">
            <a:extLst>
              <a:ext uri="{FF2B5EF4-FFF2-40B4-BE49-F238E27FC236}">
                <a16:creationId xmlns:a16="http://schemas.microsoft.com/office/drawing/2014/main" id="{701684A0-0010-4878-8BC7-403FDDE5AEF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8112224" y="5666237"/>
            <a:ext cx="1224136" cy="455725"/>
          </a:xfrm>
          <a:prstGeom prst="rect">
            <a:avLst/>
          </a:prstGeom>
        </p:spPr>
      </p:pic>
      <p:pic>
        <p:nvPicPr>
          <p:cNvPr id="23" name="Picture 22">
            <a:extLst>
              <a:ext uri="{FF2B5EF4-FFF2-40B4-BE49-F238E27FC236}">
                <a16:creationId xmlns:a16="http://schemas.microsoft.com/office/drawing/2014/main" id="{90C6F16B-64AC-47A6-932E-33FF1612DE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80858" y="5658369"/>
            <a:ext cx="2256694" cy="451339"/>
          </a:xfrm>
          <a:prstGeom prst="rect">
            <a:avLst/>
          </a:prstGeom>
        </p:spPr>
      </p:pic>
      <p:pic>
        <p:nvPicPr>
          <p:cNvPr id="24" name="Picture 23">
            <a:extLst>
              <a:ext uri="{FF2B5EF4-FFF2-40B4-BE49-F238E27FC236}">
                <a16:creationId xmlns:a16="http://schemas.microsoft.com/office/drawing/2014/main" id="{175A8515-5B5C-4448-888F-E421310FEBE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a:stretch/>
        </p:blipFill>
        <p:spPr>
          <a:xfrm>
            <a:off x="5877876" y="5452926"/>
            <a:ext cx="1010212" cy="681703"/>
          </a:xfrm>
          <a:prstGeom prst="rect">
            <a:avLst/>
          </a:prstGeom>
        </p:spPr>
      </p:pic>
      <p:pic>
        <p:nvPicPr>
          <p:cNvPr id="25" name="Picture 24">
            <a:extLst>
              <a:ext uri="{FF2B5EF4-FFF2-40B4-BE49-F238E27FC236}">
                <a16:creationId xmlns:a16="http://schemas.microsoft.com/office/drawing/2014/main" id="{F98D5BF3-93C3-4DAC-B498-F0758DDA287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291825" y="4862675"/>
            <a:ext cx="1282807" cy="514572"/>
          </a:xfrm>
          <a:prstGeom prst="rect">
            <a:avLst/>
          </a:prstGeom>
        </p:spPr>
      </p:pic>
      <p:pic>
        <p:nvPicPr>
          <p:cNvPr id="26" name="Picture 25">
            <a:extLst>
              <a:ext uri="{FF2B5EF4-FFF2-40B4-BE49-F238E27FC236}">
                <a16:creationId xmlns:a16="http://schemas.microsoft.com/office/drawing/2014/main" id="{C8FD861D-B544-42B7-A1A0-261DC4E2F5D5}"/>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a:stretch/>
        </p:blipFill>
        <p:spPr>
          <a:xfrm>
            <a:off x="3951363" y="5441872"/>
            <a:ext cx="1440161" cy="432048"/>
          </a:xfrm>
          <a:prstGeom prst="rect">
            <a:avLst/>
          </a:prstGeom>
        </p:spPr>
      </p:pic>
      <p:pic>
        <p:nvPicPr>
          <p:cNvPr id="27" name="Picture 26">
            <a:extLst>
              <a:ext uri="{FF2B5EF4-FFF2-40B4-BE49-F238E27FC236}">
                <a16:creationId xmlns:a16="http://schemas.microsoft.com/office/drawing/2014/main" id="{5BA11055-C151-4FAC-BA7D-33234160145A}"/>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a:stretch/>
        </p:blipFill>
        <p:spPr>
          <a:xfrm>
            <a:off x="6919935" y="4862676"/>
            <a:ext cx="1120281" cy="630815"/>
          </a:xfrm>
          <a:prstGeom prst="rect">
            <a:avLst/>
          </a:prstGeom>
        </p:spPr>
      </p:pic>
      <p:pic>
        <p:nvPicPr>
          <p:cNvPr id="28" name="Picture 27">
            <a:extLst>
              <a:ext uri="{FF2B5EF4-FFF2-40B4-BE49-F238E27FC236}">
                <a16:creationId xmlns:a16="http://schemas.microsoft.com/office/drawing/2014/main" id="{1569DFCC-6177-4FA8-A928-52A4D229BFA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956315" y="5666237"/>
            <a:ext cx="1684301" cy="518246"/>
          </a:xfrm>
          <a:prstGeom prst="rect">
            <a:avLst/>
          </a:prstGeom>
        </p:spPr>
      </p:pic>
      <p:pic>
        <p:nvPicPr>
          <p:cNvPr id="29" name="Picture 28">
            <a:extLst>
              <a:ext uri="{FF2B5EF4-FFF2-40B4-BE49-F238E27FC236}">
                <a16:creationId xmlns:a16="http://schemas.microsoft.com/office/drawing/2014/main" id="{44BDA525-D599-4DE7-831C-28589F467AD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174076" y="4835489"/>
            <a:ext cx="730236" cy="702287"/>
          </a:xfrm>
          <a:prstGeom prst="rect">
            <a:avLst/>
          </a:prstGeom>
        </p:spPr>
      </p:pic>
      <p:pic>
        <p:nvPicPr>
          <p:cNvPr id="30" name="Picture 29">
            <a:extLst>
              <a:ext uri="{FF2B5EF4-FFF2-40B4-BE49-F238E27FC236}">
                <a16:creationId xmlns:a16="http://schemas.microsoft.com/office/drawing/2014/main" id="{8C4E6130-4567-47EE-8359-97AE4C09FE3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063552" y="5037427"/>
            <a:ext cx="1051681" cy="469276"/>
          </a:xfrm>
          <a:prstGeom prst="rect">
            <a:avLst/>
          </a:prstGeom>
        </p:spPr>
      </p:pic>
      <p:pic>
        <p:nvPicPr>
          <p:cNvPr id="31" name="Picture 2" descr="Image result for Microsoft logo png">
            <a:extLst>
              <a:ext uri="{FF2B5EF4-FFF2-40B4-BE49-F238E27FC236}">
                <a16:creationId xmlns:a16="http://schemas.microsoft.com/office/drawing/2014/main" id="{F4E159E4-EEE0-43C9-BCE7-4F96652A99E1}"/>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431704" y="4914057"/>
            <a:ext cx="1440000" cy="33690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Image result for shell logo png">
            <a:extLst>
              <a:ext uri="{FF2B5EF4-FFF2-40B4-BE49-F238E27FC236}">
                <a16:creationId xmlns:a16="http://schemas.microsoft.com/office/drawing/2014/main" id="{D50F0284-B041-4DDE-9266-DA9EC27341BD}"/>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480376" y="4845538"/>
            <a:ext cx="603320" cy="559095"/>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qnrf-logo - Marhaba Qatar">
            <a:extLst>
              <a:ext uri="{FF2B5EF4-FFF2-40B4-BE49-F238E27FC236}">
                <a16:creationId xmlns:a16="http://schemas.microsoft.com/office/drawing/2014/main" id="{8B1DAA85-8571-41F7-A3B6-B735B032C86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71532" y="3748611"/>
            <a:ext cx="1580216" cy="1084576"/>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4FE8C3DE-9565-64A4-643F-4E59D9AB35E0}"/>
              </a:ext>
            </a:extLst>
          </p:cNvPr>
          <p:cNvGrpSpPr/>
          <p:nvPr/>
        </p:nvGrpSpPr>
        <p:grpSpPr>
          <a:xfrm>
            <a:off x="8128244" y="881633"/>
            <a:ext cx="1423761" cy="1332201"/>
            <a:chOff x="3910175" y="4209306"/>
            <a:chExt cx="1993204" cy="1865024"/>
          </a:xfrm>
        </p:grpSpPr>
        <p:pic>
          <p:nvPicPr>
            <p:cNvPr id="8" name="Picture 7">
              <a:extLst>
                <a:ext uri="{FF2B5EF4-FFF2-40B4-BE49-F238E27FC236}">
                  <a16:creationId xmlns:a16="http://schemas.microsoft.com/office/drawing/2014/main" id="{0FDCE219-1217-C4B0-C590-48272F415FDA}"/>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4233417" y="4209306"/>
              <a:ext cx="1202679" cy="12376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Text Placeholder 7">
              <a:extLst>
                <a:ext uri="{FF2B5EF4-FFF2-40B4-BE49-F238E27FC236}">
                  <a16:creationId xmlns:a16="http://schemas.microsoft.com/office/drawing/2014/main" id="{4842770D-E1C2-D989-6697-A1CEA832C439}"/>
                </a:ext>
              </a:extLst>
            </p:cNvPr>
            <p:cNvSpPr txBox="1">
              <a:spLocks/>
            </p:cNvSpPr>
            <p:nvPr/>
          </p:nvSpPr>
          <p:spPr>
            <a:xfrm>
              <a:off x="3910175" y="5412854"/>
              <a:ext cx="1993204" cy="661476"/>
            </a:xfrm>
            <a:prstGeom prst="rect">
              <a:avLst/>
            </a:prstGeom>
          </p:spPr>
          <p:txBody>
            <a:bodyPr/>
            <a:lstStyle>
              <a:lvl1pPr marL="447675" indent="-447675" algn="l" defTabSz="914167" rtl="0" eaLnBrk="1" latinLnBrk="0" hangingPunct="1">
                <a:spcBef>
                  <a:spcPct val="20000"/>
                </a:spcBef>
                <a:buFont typeface="Wingdings" pitchFamily="2" charset="2"/>
                <a:buChar char="q"/>
                <a:defRPr sz="2400" kern="1200">
                  <a:solidFill>
                    <a:schemeClr val="tx1"/>
                  </a:solidFill>
                  <a:latin typeface="+mn-lt"/>
                  <a:ea typeface="+mn-ea"/>
                  <a:cs typeface="+mn-cs"/>
                </a:defRPr>
              </a:lvl1pPr>
              <a:lvl2pPr marL="741363" indent="-293688" algn="l" defTabSz="914167" rtl="0" eaLnBrk="1" latinLnBrk="0" hangingPunct="1">
                <a:spcBef>
                  <a:spcPct val="20000"/>
                </a:spcBef>
                <a:buFont typeface="Wingdings" pitchFamily="2" charset="2"/>
                <a:buChar char="§"/>
                <a:defRPr sz="2000" kern="1200">
                  <a:solidFill>
                    <a:schemeClr val="tx1"/>
                  </a:solidFill>
                  <a:latin typeface="+mn-lt"/>
                  <a:ea typeface="+mn-ea"/>
                  <a:cs typeface="+mn-cs"/>
                </a:defRPr>
              </a:lvl2pPr>
              <a:lvl3pPr marL="990600" indent="-276225" algn="l" defTabSz="914167" rtl="0" eaLnBrk="1" latinLnBrk="0" hangingPunct="1">
                <a:spcBef>
                  <a:spcPct val="20000"/>
                </a:spcBef>
                <a:buFont typeface="Courier New" pitchFamily="49" charset="0"/>
                <a:buChar char="o"/>
                <a:defRPr sz="2000" kern="1200">
                  <a:solidFill>
                    <a:schemeClr val="tx1"/>
                  </a:solidFill>
                  <a:latin typeface="+mn-lt"/>
                  <a:ea typeface="+mn-ea"/>
                  <a:cs typeface="+mn-cs"/>
                </a:defRPr>
              </a:lvl3pPr>
              <a:lvl4pPr marL="1257300" indent="-266700" algn="l" defTabSz="914167"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6870" indent="-228543" algn="l" defTabSz="914167"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395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97103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428117"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885198"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9pPr>
            </a:lstStyle>
            <a:p>
              <a:pPr marL="0" marR="0" lvl="0" indent="0" algn="ctr" defTabSz="914167" rtl="0" eaLnBrk="1" fontAlgn="auto" latinLnBrk="0" hangingPunct="1">
                <a:lnSpc>
                  <a:spcPct val="100000"/>
                </a:lnSpc>
                <a:spcBef>
                  <a:spcPts val="0"/>
                </a:spcBef>
                <a:spcAft>
                  <a:spcPts val="0"/>
                </a:spcAft>
                <a:buClrTx/>
                <a:buSzTx/>
                <a:buFont typeface="Wingdings" pitchFamily="2" charset="2"/>
                <a:buNone/>
                <a:tabLst/>
                <a:defRPr/>
              </a:pPr>
              <a:r>
                <a:rPr kumimoji="0" lang="en-US" sz="1100" b="0" i="1" u="none" strike="noStrike" kern="1200" cap="none" spc="0" normalizeH="0" baseline="0" noProof="0" dirty="0">
                  <a:ln>
                    <a:noFill/>
                  </a:ln>
                  <a:solidFill>
                    <a:prstClr val="black"/>
                  </a:solidFill>
                  <a:effectLst/>
                  <a:uLnTx/>
                  <a:uFillTx/>
                  <a:latin typeface="Arial"/>
                  <a:ea typeface="+mn-ea"/>
                  <a:cs typeface="+mn-cs"/>
                </a:rPr>
                <a:t>Hutchison Medal</a:t>
              </a:r>
              <a:br>
                <a:rPr kumimoji="0" lang="en-US" sz="1100" b="0" i="1" u="none" strike="noStrike" kern="1200" cap="none" spc="0" normalizeH="0" baseline="0" noProof="0" dirty="0">
                  <a:ln>
                    <a:noFill/>
                  </a:ln>
                  <a:solidFill>
                    <a:prstClr val="black"/>
                  </a:solidFill>
                  <a:effectLst/>
                  <a:uLnTx/>
                  <a:uFillTx/>
                  <a:latin typeface="Arial"/>
                  <a:ea typeface="+mn-ea"/>
                  <a:cs typeface="+mn-cs"/>
                </a:rPr>
              </a:br>
              <a:r>
                <a:rPr kumimoji="0" lang="en-US" sz="1100" b="0" i="1" u="none" strike="noStrike" kern="1200" cap="none" spc="0" normalizeH="0" baseline="0" noProof="0" dirty="0" err="1">
                  <a:ln>
                    <a:noFill/>
                  </a:ln>
                  <a:solidFill>
                    <a:prstClr val="black"/>
                  </a:solidFill>
                  <a:effectLst/>
                  <a:uLnTx/>
                  <a:uFillTx/>
                  <a:latin typeface="Arial"/>
                  <a:ea typeface="+mn-ea"/>
                  <a:cs typeface="+mn-cs"/>
                </a:rPr>
                <a:t>IChemE</a:t>
              </a:r>
              <a:r>
                <a:rPr kumimoji="0" lang="en-US" sz="1100" b="0" i="1" u="none" strike="noStrike" kern="1200" cap="none" spc="0" normalizeH="0" baseline="0" noProof="0" dirty="0">
                  <a:ln>
                    <a:noFill/>
                  </a:ln>
                  <a:solidFill>
                    <a:prstClr val="black"/>
                  </a:solidFill>
                  <a:effectLst/>
                  <a:uLnTx/>
                  <a:uFillTx/>
                  <a:latin typeface="Arial"/>
                  <a:ea typeface="+mn-ea"/>
                  <a:cs typeface="+mn-cs"/>
                </a:rPr>
                <a:t> 2015</a:t>
              </a:r>
            </a:p>
          </p:txBody>
        </p:sp>
      </p:grpSp>
      <p:grpSp>
        <p:nvGrpSpPr>
          <p:cNvPr id="11" name="Group 10">
            <a:extLst>
              <a:ext uri="{FF2B5EF4-FFF2-40B4-BE49-F238E27FC236}">
                <a16:creationId xmlns:a16="http://schemas.microsoft.com/office/drawing/2014/main" id="{9CE4AD73-64CC-0EA7-2E78-F10AEFF09195}"/>
              </a:ext>
            </a:extLst>
          </p:cNvPr>
          <p:cNvGrpSpPr/>
          <p:nvPr/>
        </p:nvGrpSpPr>
        <p:grpSpPr>
          <a:xfrm>
            <a:off x="10211498" y="1063730"/>
            <a:ext cx="1762122" cy="1302530"/>
            <a:chOff x="3745401" y="3717032"/>
            <a:chExt cx="2664296" cy="1969402"/>
          </a:xfrm>
        </p:grpSpPr>
        <p:pic>
          <p:nvPicPr>
            <p:cNvPr id="14" name="Picture 13">
              <a:extLst>
                <a:ext uri="{FF2B5EF4-FFF2-40B4-BE49-F238E27FC236}">
                  <a16:creationId xmlns:a16="http://schemas.microsoft.com/office/drawing/2014/main" id="{16430C92-3E80-58E0-B8B9-FF242F0F0BBE}"/>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4058695" y="3717032"/>
              <a:ext cx="1961889" cy="13079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3" name="Text Placeholder 7">
              <a:extLst>
                <a:ext uri="{FF2B5EF4-FFF2-40B4-BE49-F238E27FC236}">
                  <a16:creationId xmlns:a16="http://schemas.microsoft.com/office/drawing/2014/main" id="{22A96B39-1188-E0CA-3EEB-8A5DD2543D11}"/>
                </a:ext>
              </a:extLst>
            </p:cNvPr>
            <p:cNvSpPr txBox="1">
              <a:spLocks/>
            </p:cNvSpPr>
            <p:nvPr/>
          </p:nvSpPr>
          <p:spPr>
            <a:xfrm>
              <a:off x="3745401" y="5024958"/>
              <a:ext cx="2664296" cy="661476"/>
            </a:xfrm>
            <a:prstGeom prst="rect">
              <a:avLst/>
            </a:prstGeom>
          </p:spPr>
          <p:txBody>
            <a:bodyPr/>
            <a:lstStyle>
              <a:lvl1pPr marL="447675" indent="-447675" algn="l" defTabSz="914167" rtl="0" eaLnBrk="1" latinLnBrk="0" hangingPunct="1">
                <a:spcBef>
                  <a:spcPct val="20000"/>
                </a:spcBef>
                <a:buFont typeface="Wingdings" pitchFamily="2" charset="2"/>
                <a:buChar char="q"/>
                <a:defRPr sz="2400" kern="1200">
                  <a:solidFill>
                    <a:schemeClr val="tx1"/>
                  </a:solidFill>
                  <a:latin typeface="+mn-lt"/>
                  <a:ea typeface="+mn-ea"/>
                  <a:cs typeface="+mn-cs"/>
                </a:defRPr>
              </a:lvl1pPr>
              <a:lvl2pPr marL="741363" indent="-293688" algn="l" defTabSz="914167" rtl="0" eaLnBrk="1" latinLnBrk="0" hangingPunct="1">
                <a:spcBef>
                  <a:spcPct val="20000"/>
                </a:spcBef>
                <a:buFont typeface="Wingdings" pitchFamily="2" charset="2"/>
                <a:buChar char="§"/>
                <a:defRPr sz="2000" kern="1200">
                  <a:solidFill>
                    <a:schemeClr val="tx1"/>
                  </a:solidFill>
                  <a:latin typeface="+mn-lt"/>
                  <a:ea typeface="+mn-ea"/>
                  <a:cs typeface="+mn-cs"/>
                </a:defRPr>
              </a:lvl2pPr>
              <a:lvl3pPr marL="990600" indent="-276225" algn="l" defTabSz="914167" rtl="0" eaLnBrk="1" latinLnBrk="0" hangingPunct="1">
                <a:spcBef>
                  <a:spcPct val="20000"/>
                </a:spcBef>
                <a:buFont typeface="Courier New" pitchFamily="49" charset="0"/>
                <a:buChar char="o"/>
                <a:defRPr sz="2000" kern="1200">
                  <a:solidFill>
                    <a:schemeClr val="tx1"/>
                  </a:solidFill>
                  <a:latin typeface="+mn-lt"/>
                  <a:ea typeface="+mn-ea"/>
                  <a:cs typeface="+mn-cs"/>
                </a:defRPr>
              </a:lvl3pPr>
              <a:lvl4pPr marL="1257300" indent="-266700" algn="l" defTabSz="914167"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6870" indent="-228543" algn="l" defTabSz="914167"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395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97103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428117"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885198"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9pPr>
            </a:lstStyle>
            <a:p>
              <a:pPr marL="0" marR="0" lvl="0" indent="0" algn="ctr" defTabSz="914167" rtl="0" eaLnBrk="1" fontAlgn="auto" latinLnBrk="0" hangingPunct="1">
                <a:lnSpc>
                  <a:spcPct val="100000"/>
                </a:lnSpc>
                <a:spcBef>
                  <a:spcPts val="0"/>
                </a:spcBef>
                <a:spcAft>
                  <a:spcPts val="0"/>
                </a:spcAft>
                <a:buClrTx/>
                <a:buSzTx/>
                <a:buFont typeface="Wingdings" pitchFamily="2" charset="2"/>
                <a:buNone/>
                <a:tabLst/>
                <a:defRPr/>
              </a:pPr>
              <a:r>
                <a:rPr kumimoji="0" lang="en-US" sz="1100" b="0" i="1" u="none" strike="noStrike" kern="1200" cap="none" spc="0" normalizeH="0" baseline="0" noProof="0" dirty="0">
                  <a:ln>
                    <a:noFill/>
                  </a:ln>
                  <a:solidFill>
                    <a:prstClr val="black"/>
                  </a:solidFill>
                  <a:effectLst/>
                  <a:uLnTx/>
                  <a:uFillTx/>
                  <a:latin typeface="Arial"/>
                  <a:ea typeface="+mn-ea"/>
                  <a:cs typeface="+mn-cs"/>
                </a:rPr>
                <a:t>Laboratory Safety Award TAMUQ 2016</a:t>
              </a:r>
            </a:p>
          </p:txBody>
        </p:sp>
      </p:grpSp>
      <p:grpSp>
        <p:nvGrpSpPr>
          <p:cNvPr id="34" name="Group 33">
            <a:extLst>
              <a:ext uri="{FF2B5EF4-FFF2-40B4-BE49-F238E27FC236}">
                <a16:creationId xmlns:a16="http://schemas.microsoft.com/office/drawing/2014/main" id="{0485BD60-9312-E799-192C-03F3279D4FE4}"/>
              </a:ext>
            </a:extLst>
          </p:cNvPr>
          <p:cNvGrpSpPr/>
          <p:nvPr/>
        </p:nvGrpSpPr>
        <p:grpSpPr>
          <a:xfrm>
            <a:off x="8978648" y="1730038"/>
            <a:ext cx="1679631" cy="1241852"/>
            <a:chOff x="6379609" y="3684652"/>
            <a:chExt cx="2664296" cy="1969874"/>
          </a:xfrm>
        </p:grpSpPr>
        <p:pic>
          <p:nvPicPr>
            <p:cNvPr id="35" name="Picture 34">
              <a:extLst>
                <a:ext uri="{FF2B5EF4-FFF2-40B4-BE49-F238E27FC236}">
                  <a16:creationId xmlns:a16="http://schemas.microsoft.com/office/drawing/2014/main" id="{A0DC19DD-756A-A2D5-5B2A-928171E4B4A0}"/>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224829" y="3684652"/>
              <a:ext cx="973856" cy="13079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6" name="Text Placeholder 7">
              <a:extLst>
                <a:ext uri="{FF2B5EF4-FFF2-40B4-BE49-F238E27FC236}">
                  <a16:creationId xmlns:a16="http://schemas.microsoft.com/office/drawing/2014/main" id="{239189EC-1B09-35C1-4402-6A04A88CD9C7}"/>
                </a:ext>
              </a:extLst>
            </p:cNvPr>
            <p:cNvSpPr txBox="1">
              <a:spLocks/>
            </p:cNvSpPr>
            <p:nvPr/>
          </p:nvSpPr>
          <p:spPr>
            <a:xfrm>
              <a:off x="6379609" y="4993050"/>
              <a:ext cx="2664296" cy="661476"/>
            </a:xfrm>
            <a:prstGeom prst="rect">
              <a:avLst/>
            </a:prstGeom>
          </p:spPr>
          <p:txBody>
            <a:bodyPr/>
            <a:lstStyle>
              <a:lvl1pPr marL="447675" indent="-447675" algn="l" defTabSz="914167" rtl="0" eaLnBrk="1" latinLnBrk="0" hangingPunct="1">
                <a:spcBef>
                  <a:spcPct val="20000"/>
                </a:spcBef>
                <a:buFont typeface="Wingdings" pitchFamily="2" charset="2"/>
                <a:buChar char="q"/>
                <a:defRPr sz="2400" kern="1200">
                  <a:solidFill>
                    <a:schemeClr val="tx1"/>
                  </a:solidFill>
                  <a:latin typeface="+mn-lt"/>
                  <a:ea typeface="+mn-ea"/>
                  <a:cs typeface="+mn-cs"/>
                </a:defRPr>
              </a:lvl1pPr>
              <a:lvl2pPr marL="741363" indent="-293688" algn="l" defTabSz="914167" rtl="0" eaLnBrk="1" latinLnBrk="0" hangingPunct="1">
                <a:spcBef>
                  <a:spcPct val="20000"/>
                </a:spcBef>
                <a:buFont typeface="Wingdings" pitchFamily="2" charset="2"/>
                <a:buChar char="§"/>
                <a:defRPr sz="2000" kern="1200">
                  <a:solidFill>
                    <a:schemeClr val="tx1"/>
                  </a:solidFill>
                  <a:latin typeface="+mn-lt"/>
                  <a:ea typeface="+mn-ea"/>
                  <a:cs typeface="+mn-cs"/>
                </a:defRPr>
              </a:lvl2pPr>
              <a:lvl3pPr marL="990600" indent="-276225" algn="l" defTabSz="914167" rtl="0" eaLnBrk="1" latinLnBrk="0" hangingPunct="1">
                <a:spcBef>
                  <a:spcPct val="20000"/>
                </a:spcBef>
                <a:buFont typeface="Courier New" pitchFamily="49" charset="0"/>
                <a:buChar char="o"/>
                <a:defRPr sz="2000" kern="1200">
                  <a:solidFill>
                    <a:schemeClr val="tx1"/>
                  </a:solidFill>
                  <a:latin typeface="+mn-lt"/>
                  <a:ea typeface="+mn-ea"/>
                  <a:cs typeface="+mn-cs"/>
                </a:defRPr>
              </a:lvl3pPr>
              <a:lvl4pPr marL="1257300" indent="-266700" algn="l" defTabSz="914167"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6870" indent="-228543" algn="l" defTabSz="914167"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395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97103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428117"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885198"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9pPr>
            </a:lstStyle>
            <a:p>
              <a:pPr marL="0" marR="0" lvl="0" indent="0" algn="ctr" defTabSz="914167" rtl="0" eaLnBrk="1" fontAlgn="auto" latinLnBrk="0" hangingPunct="1">
                <a:lnSpc>
                  <a:spcPct val="100000"/>
                </a:lnSpc>
                <a:spcBef>
                  <a:spcPts val="0"/>
                </a:spcBef>
                <a:spcAft>
                  <a:spcPts val="0"/>
                </a:spcAft>
                <a:buClrTx/>
                <a:buSzTx/>
                <a:buFont typeface="Wingdings" pitchFamily="2" charset="2"/>
                <a:buNone/>
                <a:tabLst/>
                <a:defRPr/>
              </a:pPr>
              <a:r>
                <a:rPr kumimoji="0" lang="en-US" sz="1100" b="0" i="1" u="none" strike="noStrike" kern="1200" cap="none" spc="0" normalizeH="0" baseline="0" noProof="0" dirty="0">
                  <a:ln>
                    <a:noFill/>
                  </a:ln>
                  <a:solidFill>
                    <a:prstClr val="black"/>
                  </a:solidFill>
                  <a:effectLst/>
                  <a:uLnTx/>
                  <a:uFillTx/>
                  <a:latin typeface="Arial"/>
                  <a:ea typeface="+mn-ea"/>
                  <a:cs typeface="+mn-cs"/>
                </a:rPr>
                <a:t>Research Excellence</a:t>
              </a:r>
              <a:br>
                <a:rPr kumimoji="0" lang="en-US" sz="1100" b="0" i="1" u="none" strike="noStrike" kern="1200" cap="none" spc="0" normalizeH="0" baseline="0" noProof="0" dirty="0">
                  <a:ln>
                    <a:noFill/>
                  </a:ln>
                  <a:solidFill>
                    <a:prstClr val="black"/>
                  </a:solidFill>
                  <a:effectLst/>
                  <a:uLnTx/>
                  <a:uFillTx/>
                  <a:latin typeface="Arial"/>
                  <a:ea typeface="+mn-ea"/>
                  <a:cs typeface="+mn-cs"/>
                </a:rPr>
              </a:br>
              <a:r>
                <a:rPr kumimoji="0" lang="en-US" sz="1100" b="0" i="1" u="none" strike="noStrike" kern="1200" cap="none" spc="0" normalizeH="0" baseline="0" noProof="0" dirty="0">
                  <a:ln>
                    <a:noFill/>
                  </a:ln>
                  <a:solidFill>
                    <a:prstClr val="black"/>
                  </a:solidFill>
                  <a:effectLst/>
                  <a:uLnTx/>
                  <a:uFillTx/>
                  <a:latin typeface="Arial"/>
                  <a:ea typeface="+mn-ea"/>
                  <a:cs typeface="+mn-cs"/>
                </a:rPr>
                <a:t>Early Carrier Faculty, TAMUQ 2017</a:t>
              </a:r>
            </a:p>
          </p:txBody>
        </p:sp>
      </p:grpSp>
      <p:grpSp>
        <p:nvGrpSpPr>
          <p:cNvPr id="37" name="Group 36">
            <a:extLst>
              <a:ext uri="{FF2B5EF4-FFF2-40B4-BE49-F238E27FC236}">
                <a16:creationId xmlns:a16="http://schemas.microsoft.com/office/drawing/2014/main" id="{D90E8CF3-75F9-CC87-6DC9-09C73C0C154A}"/>
              </a:ext>
            </a:extLst>
          </p:cNvPr>
          <p:cNvGrpSpPr/>
          <p:nvPr/>
        </p:nvGrpSpPr>
        <p:grpSpPr>
          <a:xfrm>
            <a:off x="10476622" y="2385991"/>
            <a:ext cx="1607909" cy="1207467"/>
            <a:chOff x="5690684" y="3928101"/>
            <a:chExt cx="2664296" cy="2000767"/>
          </a:xfrm>
        </p:grpSpPr>
        <p:pic>
          <p:nvPicPr>
            <p:cNvPr id="38" name="Picture 2" descr="https://lh3.googleusercontent.com/owUkB9P6sD_Xm7Ls7wmMim6haKeSJyap6twRzlAqOySty54dUgaMxFtxun8ay55lqnE5f3qbzc4pZUuYZYyQmUXbZ-wft9CqwIOVDjdwQ2cGIsZy47lLm627LrKV-QvW3hMeHwPm6p2XGT2sQ7WKb2pMRkZDg8mKCYy46s7bJTJLj7h_W9Itj1Ln9d9VaBXmknOG-30m-5h_1vtY48-nYVBjrrgFXhPWNvwiyhnmhbUXRJqsDxvI3gKRHfl8T_Jp4F0FgS7EQYxCOwsol1nC4hcA-5qRa3a3O3biOf1agboFyZ_gQGeJBNKE8ouNeZ4efl5qhRRKQf0IByKHbXYVPOrAARnWqxErJt51Ub7uBKm39gx1Q3CC3En-sZLITxF0fyQ6X-1rjy9FVXMQ_eCijlvrzo8wpxDve5c2k14Q7FKkIi1rm1JebuAI98nsiFLoSeXHm6_FPyFlcDZ1ROOcRKEtqyV9Min8T4D9z-7dE_DwwYrs_IOebEpEUZ_4-1rI-ZD4W_qLS6gjhlI_cykkDuaD2hKWiYJxZ9daK4i5Alys-krt4HemUIuLzC3MZU6ep6avI6W8IqquS2OAbyfCyIurG9tfxcvs8W7yrR65ACRGbhg4VmAMRgd-pAL4zklazbi8kLoKQ5mS8tQexkecO4Djy4IHSmii=w1038-h1845-no">
              <a:extLst>
                <a:ext uri="{FF2B5EF4-FFF2-40B4-BE49-F238E27FC236}">
                  <a16:creationId xmlns:a16="http://schemas.microsoft.com/office/drawing/2014/main" id="{C4BB0F0C-529B-F7E9-F07D-9B6EB30D7923}"/>
                </a:ext>
              </a:extLst>
            </p:cNvPr>
            <p:cNvPicPr>
              <a:picLocks noChangeAspect="1" noChangeArrowheads="1"/>
            </p:cNvPicPr>
            <p:nvPr/>
          </p:nvPicPr>
          <p:blipFill rotWithShape="1">
            <a:blip r:embed="rId20" cstate="print">
              <a:extLst>
                <a:ext uri="{28A0092B-C50C-407E-A947-70E740481C1C}">
                  <a14:useLocalDpi xmlns:a14="http://schemas.microsoft.com/office/drawing/2010/main" val="0"/>
                </a:ext>
              </a:extLst>
            </a:blip>
            <a:srcRect b="23991"/>
            <a:stretch/>
          </p:blipFill>
          <p:spPr bwMode="auto">
            <a:xfrm>
              <a:off x="6445176" y="3928101"/>
              <a:ext cx="1012683" cy="1368152"/>
            </a:xfrm>
            <a:prstGeom prst="rect">
              <a:avLst/>
            </a:prstGeom>
            <a:noFill/>
            <a:extLst>
              <a:ext uri="{909E8E84-426E-40DD-AFC4-6F175D3DCCD1}">
                <a14:hiddenFill xmlns:a14="http://schemas.microsoft.com/office/drawing/2010/main">
                  <a:solidFill>
                    <a:srgbClr val="FFFFFF"/>
                  </a:solidFill>
                </a14:hiddenFill>
              </a:ext>
            </a:extLst>
          </p:spPr>
        </p:pic>
        <p:sp>
          <p:nvSpPr>
            <p:cNvPr id="39" name="Text Placeholder 7">
              <a:extLst>
                <a:ext uri="{FF2B5EF4-FFF2-40B4-BE49-F238E27FC236}">
                  <a16:creationId xmlns:a16="http://schemas.microsoft.com/office/drawing/2014/main" id="{1D3BB921-8FD9-B33E-9C67-3D65F1444D5B}"/>
                </a:ext>
              </a:extLst>
            </p:cNvPr>
            <p:cNvSpPr txBox="1">
              <a:spLocks/>
            </p:cNvSpPr>
            <p:nvPr/>
          </p:nvSpPr>
          <p:spPr>
            <a:xfrm>
              <a:off x="5690684" y="5267392"/>
              <a:ext cx="2664296" cy="661476"/>
            </a:xfrm>
            <a:prstGeom prst="rect">
              <a:avLst/>
            </a:prstGeom>
          </p:spPr>
          <p:txBody>
            <a:bodyPr/>
            <a:lstStyle>
              <a:lvl1pPr marL="447675" indent="-447675" algn="l" defTabSz="914167" rtl="0" eaLnBrk="1" latinLnBrk="0" hangingPunct="1">
                <a:spcBef>
                  <a:spcPct val="20000"/>
                </a:spcBef>
                <a:buFont typeface="Wingdings" pitchFamily="2" charset="2"/>
                <a:buChar char="q"/>
                <a:defRPr sz="2400" kern="1200">
                  <a:solidFill>
                    <a:schemeClr val="tx1"/>
                  </a:solidFill>
                  <a:latin typeface="+mn-lt"/>
                  <a:ea typeface="+mn-ea"/>
                  <a:cs typeface="+mn-cs"/>
                </a:defRPr>
              </a:lvl1pPr>
              <a:lvl2pPr marL="741363" indent="-293688" algn="l" defTabSz="914167" rtl="0" eaLnBrk="1" latinLnBrk="0" hangingPunct="1">
                <a:spcBef>
                  <a:spcPct val="20000"/>
                </a:spcBef>
                <a:buFont typeface="Wingdings" pitchFamily="2" charset="2"/>
                <a:buChar char="§"/>
                <a:defRPr sz="2000" kern="1200">
                  <a:solidFill>
                    <a:schemeClr val="tx1"/>
                  </a:solidFill>
                  <a:latin typeface="+mn-lt"/>
                  <a:ea typeface="+mn-ea"/>
                  <a:cs typeface="+mn-cs"/>
                </a:defRPr>
              </a:lvl2pPr>
              <a:lvl3pPr marL="990600" indent="-276225" algn="l" defTabSz="914167" rtl="0" eaLnBrk="1" latinLnBrk="0" hangingPunct="1">
                <a:spcBef>
                  <a:spcPct val="20000"/>
                </a:spcBef>
                <a:buFont typeface="Courier New" pitchFamily="49" charset="0"/>
                <a:buChar char="o"/>
                <a:defRPr sz="2000" kern="1200">
                  <a:solidFill>
                    <a:schemeClr val="tx1"/>
                  </a:solidFill>
                  <a:latin typeface="+mn-lt"/>
                  <a:ea typeface="+mn-ea"/>
                  <a:cs typeface="+mn-cs"/>
                </a:defRPr>
              </a:lvl3pPr>
              <a:lvl4pPr marL="1257300" indent="-266700" algn="l" defTabSz="914167"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6870" indent="-228543" algn="l" defTabSz="914167"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395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97103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428117"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885198"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9pPr>
            </a:lstStyle>
            <a:p>
              <a:pPr marL="0" marR="0" lvl="0" indent="0" algn="ctr" defTabSz="914167" rtl="0" eaLnBrk="1" fontAlgn="auto" latinLnBrk="0" hangingPunct="1">
                <a:lnSpc>
                  <a:spcPct val="100000"/>
                </a:lnSpc>
                <a:spcBef>
                  <a:spcPts val="0"/>
                </a:spcBef>
                <a:spcAft>
                  <a:spcPts val="0"/>
                </a:spcAft>
                <a:buClrTx/>
                <a:buSzTx/>
                <a:buFont typeface="Wingdings" pitchFamily="2" charset="2"/>
                <a:buNone/>
                <a:tabLst/>
                <a:defRPr/>
              </a:pPr>
              <a:r>
                <a:rPr kumimoji="0" lang="en-US" sz="1100" b="0" i="1" u="none" strike="noStrike" kern="1200" cap="none" spc="0" normalizeH="0" baseline="0" noProof="0" dirty="0">
                  <a:ln>
                    <a:noFill/>
                  </a:ln>
                  <a:solidFill>
                    <a:prstClr val="black"/>
                  </a:solidFill>
                  <a:effectLst/>
                  <a:uLnTx/>
                  <a:uFillTx/>
                  <a:latin typeface="Arial"/>
                  <a:ea typeface="+mn-ea"/>
                  <a:cs typeface="+mn-cs"/>
                </a:rPr>
                <a:t>Faculty Excellence</a:t>
              </a:r>
              <a:br>
                <a:rPr kumimoji="0" lang="en-US" sz="1100" b="0" i="1" u="none" strike="noStrike" kern="1200" cap="none" spc="0" normalizeH="0" baseline="0" noProof="0" dirty="0">
                  <a:ln>
                    <a:noFill/>
                  </a:ln>
                  <a:solidFill>
                    <a:prstClr val="black"/>
                  </a:solidFill>
                  <a:effectLst/>
                  <a:uLnTx/>
                  <a:uFillTx/>
                  <a:latin typeface="Arial"/>
                  <a:ea typeface="+mn-ea"/>
                  <a:cs typeface="+mn-cs"/>
                </a:rPr>
              </a:br>
              <a:r>
                <a:rPr kumimoji="0" lang="en-US" sz="1100" b="0" i="1" u="none" strike="noStrike" kern="1200" cap="none" spc="0" normalizeH="0" baseline="0" noProof="0" dirty="0">
                  <a:ln>
                    <a:noFill/>
                  </a:ln>
                  <a:solidFill>
                    <a:prstClr val="black"/>
                  </a:solidFill>
                  <a:effectLst/>
                  <a:uLnTx/>
                  <a:uFillTx/>
                  <a:latin typeface="Arial"/>
                  <a:ea typeface="+mn-ea"/>
                  <a:cs typeface="+mn-cs"/>
                </a:rPr>
                <a:t>TAMUQ 2019</a:t>
              </a:r>
            </a:p>
          </p:txBody>
        </p:sp>
      </p:grpSp>
      <p:grpSp>
        <p:nvGrpSpPr>
          <p:cNvPr id="40" name="Group 39">
            <a:extLst>
              <a:ext uri="{FF2B5EF4-FFF2-40B4-BE49-F238E27FC236}">
                <a16:creationId xmlns:a16="http://schemas.microsoft.com/office/drawing/2014/main" id="{ABAB44AD-9986-A325-C53D-AE1F3563B3C8}"/>
              </a:ext>
            </a:extLst>
          </p:cNvPr>
          <p:cNvGrpSpPr/>
          <p:nvPr/>
        </p:nvGrpSpPr>
        <p:grpSpPr>
          <a:xfrm>
            <a:off x="8135297" y="3243265"/>
            <a:ext cx="1561103" cy="1166580"/>
            <a:chOff x="10108028" y="3280213"/>
            <a:chExt cx="2209324" cy="1650982"/>
          </a:xfrm>
        </p:grpSpPr>
        <p:pic>
          <p:nvPicPr>
            <p:cNvPr id="41" name="Picture 40">
              <a:extLst>
                <a:ext uri="{FF2B5EF4-FFF2-40B4-BE49-F238E27FC236}">
                  <a16:creationId xmlns:a16="http://schemas.microsoft.com/office/drawing/2014/main" id="{357C8672-3489-58F4-843F-1EF32EBA4E64}"/>
                </a:ext>
              </a:extLst>
            </p:cNvPr>
            <p:cNvPicPr>
              <a:picLocks noChangeAspect="1"/>
            </p:cNvPicPr>
            <p:nvPr/>
          </p:nvPicPr>
          <p:blipFill rotWithShape="1">
            <a:blip r:embed="rId21"/>
            <a:srcRect l="11019" t="6476" r="27620" b="3798"/>
            <a:stretch/>
          </p:blipFill>
          <p:spPr>
            <a:xfrm>
              <a:off x="10640931" y="3280213"/>
              <a:ext cx="1279291" cy="10521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2" name="Text Placeholder 7">
              <a:extLst>
                <a:ext uri="{FF2B5EF4-FFF2-40B4-BE49-F238E27FC236}">
                  <a16:creationId xmlns:a16="http://schemas.microsoft.com/office/drawing/2014/main" id="{4F51F144-532E-FE19-5A59-296F24BECBA0}"/>
                </a:ext>
              </a:extLst>
            </p:cNvPr>
            <p:cNvSpPr txBox="1">
              <a:spLocks/>
            </p:cNvSpPr>
            <p:nvPr/>
          </p:nvSpPr>
          <p:spPr>
            <a:xfrm>
              <a:off x="10108028" y="4382677"/>
              <a:ext cx="2209324" cy="548518"/>
            </a:xfrm>
            <a:prstGeom prst="rect">
              <a:avLst/>
            </a:prstGeom>
          </p:spPr>
          <p:txBody>
            <a:bodyPr/>
            <a:lstStyle>
              <a:lvl1pPr marL="447675" indent="-447675" algn="l" defTabSz="914167" rtl="0" eaLnBrk="1" latinLnBrk="0" hangingPunct="1">
                <a:spcBef>
                  <a:spcPct val="20000"/>
                </a:spcBef>
                <a:buFont typeface="Wingdings" pitchFamily="2" charset="2"/>
                <a:buChar char="q"/>
                <a:defRPr sz="2400" kern="1200">
                  <a:solidFill>
                    <a:schemeClr val="tx1"/>
                  </a:solidFill>
                  <a:latin typeface="+mn-lt"/>
                  <a:ea typeface="+mn-ea"/>
                  <a:cs typeface="+mn-cs"/>
                </a:defRPr>
              </a:lvl1pPr>
              <a:lvl2pPr marL="741363" indent="-293688" algn="l" defTabSz="914167" rtl="0" eaLnBrk="1" latinLnBrk="0" hangingPunct="1">
                <a:spcBef>
                  <a:spcPct val="20000"/>
                </a:spcBef>
                <a:buFont typeface="Wingdings" pitchFamily="2" charset="2"/>
                <a:buChar char="§"/>
                <a:defRPr sz="2000" kern="1200">
                  <a:solidFill>
                    <a:schemeClr val="tx1"/>
                  </a:solidFill>
                  <a:latin typeface="+mn-lt"/>
                  <a:ea typeface="+mn-ea"/>
                  <a:cs typeface="+mn-cs"/>
                </a:defRPr>
              </a:lvl2pPr>
              <a:lvl3pPr marL="990600" indent="-276225" algn="l" defTabSz="914167" rtl="0" eaLnBrk="1" latinLnBrk="0" hangingPunct="1">
                <a:spcBef>
                  <a:spcPct val="20000"/>
                </a:spcBef>
                <a:buFont typeface="Courier New" pitchFamily="49" charset="0"/>
                <a:buChar char="o"/>
                <a:defRPr sz="2000" kern="1200">
                  <a:solidFill>
                    <a:schemeClr val="tx1"/>
                  </a:solidFill>
                  <a:latin typeface="+mn-lt"/>
                  <a:ea typeface="+mn-ea"/>
                  <a:cs typeface="+mn-cs"/>
                </a:defRPr>
              </a:lvl3pPr>
              <a:lvl4pPr marL="1257300" indent="-266700" algn="l" defTabSz="914167"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6870" indent="-228543" algn="l" defTabSz="914167"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395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971031"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428117"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885198" indent="-228543" algn="l" defTabSz="914167" rtl="0" eaLnBrk="1" latinLnBrk="0" hangingPunct="1">
                <a:spcBef>
                  <a:spcPct val="20000"/>
                </a:spcBef>
                <a:buFont typeface="Arial" pitchFamily="34" charset="0"/>
                <a:buChar char="•"/>
                <a:defRPr sz="1900" kern="1200">
                  <a:solidFill>
                    <a:schemeClr val="tx1"/>
                  </a:solidFill>
                  <a:latin typeface="+mn-lt"/>
                  <a:ea typeface="+mn-ea"/>
                  <a:cs typeface="+mn-cs"/>
                </a:defRPr>
              </a:lvl9pPr>
            </a:lstStyle>
            <a:p>
              <a:pPr marL="0" marR="0" lvl="0" indent="0" algn="ctr" defTabSz="914167" rtl="0" eaLnBrk="1" fontAlgn="auto" latinLnBrk="0" hangingPunct="1">
                <a:lnSpc>
                  <a:spcPct val="100000"/>
                </a:lnSpc>
                <a:spcBef>
                  <a:spcPts val="0"/>
                </a:spcBef>
                <a:spcAft>
                  <a:spcPts val="0"/>
                </a:spcAft>
                <a:buClrTx/>
                <a:buSzTx/>
                <a:buFont typeface="Wingdings" pitchFamily="2" charset="2"/>
                <a:buNone/>
                <a:tabLst/>
                <a:defRPr/>
              </a:pPr>
              <a:r>
                <a:rPr kumimoji="0" lang="en-US" sz="1100" b="0" i="1" u="none" strike="noStrike" kern="1200" cap="none" spc="0" normalizeH="0" baseline="0" noProof="0" dirty="0">
                  <a:ln>
                    <a:noFill/>
                  </a:ln>
                  <a:solidFill>
                    <a:prstClr val="black"/>
                  </a:solidFill>
                  <a:effectLst/>
                  <a:uLnTx/>
                  <a:uFillTx/>
                  <a:latin typeface="Arial"/>
                  <a:ea typeface="+mn-ea"/>
                  <a:cs typeface="+mn-cs"/>
                </a:rPr>
                <a:t>Dean’s Achievement</a:t>
              </a:r>
              <a:br>
                <a:rPr kumimoji="0" lang="en-US" sz="1100" b="0" i="1" u="none" strike="noStrike" kern="1200" cap="none" spc="0" normalizeH="0" baseline="0" noProof="0" dirty="0">
                  <a:ln>
                    <a:noFill/>
                  </a:ln>
                  <a:solidFill>
                    <a:prstClr val="black"/>
                  </a:solidFill>
                  <a:effectLst/>
                  <a:uLnTx/>
                  <a:uFillTx/>
                  <a:latin typeface="Arial"/>
                  <a:ea typeface="+mn-ea"/>
                  <a:cs typeface="+mn-cs"/>
                </a:rPr>
              </a:br>
              <a:r>
                <a:rPr kumimoji="0" lang="en-US" sz="1100" b="0" i="1" u="none" strike="noStrike" kern="1200" cap="none" spc="0" normalizeH="0" baseline="0" noProof="0" dirty="0">
                  <a:ln>
                    <a:noFill/>
                  </a:ln>
                  <a:solidFill>
                    <a:prstClr val="black"/>
                  </a:solidFill>
                  <a:effectLst/>
                  <a:uLnTx/>
                  <a:uFillTx/>
                  <a:latin typeface="Arial"/>
                  <a:ea typeface="+mn-ea"/>
                  <a:cs typeface="+mn-cs"/>
                </a:rPr>
                <a:t>2023</a:t>
              </a:r>
            </a:p>
          </p:txBody>
        </p:sp>
      </p:grpSp>
      <p:pic>
        <p:nvPicPr>
          <p:cNvPr id="9" name="Image 1" descr="https://pitch-assets-ccb95893-de3f-4266-973c-20049231b248.s3.eu-west-1.amazonaws.com/10374319-b272-4fd1-aee0-9468b1128ce9?pitch-bytes=8363&amp;pitch-content-type=image%2Fpng">
            <a:extLst>
              <a:ext uri="{FF2B5EF4-FFF2-40B4-BE49-F238E27FC236}">
                <a16:creationId xmlns:a16="http://schemas.microsoft.com/office/drawing/2014/main" id="{8C179C3D-1431-4E44-06CE-4EB99C724A46}"/>
              </a:ext>
            </a:extLst>
          </p:cNvPr>
          <p:cNvPicPr>
            <a:picLocks noChangeAspect="1"/>
          </p:cNvPicPr>
          <p:nvPr/>
        </p:nvPicPr>
        <p:blipFill>
          <a:blip r:embed="rId22"/>
          <a:srcRect/>
          <a:stretch/>
        </p:blipFill>
        <p:spPr>
          <a:xfrm>
            <a:off x="3806319" y="4269200"/>
            <a:ext cx="2164322" cy="408363"/>
          </a:xfrm>
          <a:prstGeom prst="rect">
            <a:avLst/>
          </a:prstGeom>
        </p:spPr>
      </p:pic>
    </p:spTree>
    <p:extLst>
      <p:ext uri="{BB962C8B-B14F-4D97-AF65-F5344CB8AC3E}">
        <p14:creationId xmlns:p14="http://schemas.microsoft.com/office/powerpoint/2010/main" val="2283303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EVENTWINDOWSELECTIONCHANGEASSIGNED" val="Yes"/>
</p:tagLst>
</file>

<file path=ppt/theme/theme1.xml><?xml version="1.0" encoding="utf-8"?>
<a:theme xmlns:a="http://schemas.openxmlformats.org/drawingml/2006/main" name="1_kk_TAMUQ">
  <a:themeElements>
    <a:clrScheme name="TAMU Brand">
      <a:dk1>
        <a:sysClr val="windowText" lastClr="000000"/>
      </a:dk1>
      <a:lt1>
        <a:sysClr val="window" lastClr="FFFFFF"/>
      </a:lt1>
      <a:dk2>
        <a:srgbClr val="FFFFFF"/>
      </a:dk2>
      <a:lt2>
        <a:srgbClr val="EEECE1"/>
      </a:lt2>
      <a:accent1>
        <a:srgbClr val="500000"/>
      </a:accent1>
      <a:accent2>
        <a:srgbClr val="332C2C"/>
      </a:accent2>
      <a:accent3>
        <a:srgbClr val="F4AF00"/>
      </a:accent3>
      <a:accent4>
        <a:srgbClr val="5B447A"/>
      </a:accent4>
      <a:accent5>
        <a:srgbClr val="E7DED0"/>
      </a:accent5>
      <a:accent6>
        <a:srgbClr val="104554"/>
      </a:accent6>
      <a:hlink>
        <a:srgbClr val="0000FF"/>
      </a:hlink>
      <a:folHlink>
        <a:srgbClr val="80008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kk_TAMUQ</Template>
  <TotalTime>24108</TotalTime>
  <Words>220</Words>
  <Application>Microsoft Office PowerPoint</Application>
  <PresentationFormat>Widescreen</PresentationFormat>
  <Paragraphs>51</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Courier New</vt:lpstr>
      <vt:lpstr>Wingdings</vt:lpstr>
      <vt:lpstr>Calibri</vt:lpstr>
      <vt:lpstr>Arial</vt:lpstr>
      <vt:lpstr>1_kk_TAMUQ</vt:lpstr>
      <vt:lpstr>PowerPoint Presentation</vt:lpstr>
      <vt:lpstr>Εισαγωγή</vt:lpstr>
      <vt:lpstr>Δομή Παρουσίασης</vt:lpstr>
      <vt:lpstr>Βιβλιογραφία και κενά</vt:lpstr>
      <vt:lpstr>Αναπαράσταση ανθρώπινης συμπεριφοράς</vt:lpstr>
      <vt:lpstr>Είδη κινδύνου στη βιομηχανία</vt:lpstr>
      <vt:lpstr>Υδρόθειο</vt:lpstr>
      <vt:lpstr>Επίδραση του κινδύνου στην εκκένωση</vt:lpstr>
      <vt:lpstr>Επίδραση του κινδύνου στην εκκένωση</vt:lpstr>
      <vt:lpstr>Αλγόριθμοι εύρεσης διαδρομής</vt:lpstr>
      <vt:lpstr>Αλγόριθμοι εύρεσης διαδρομής</vt:lpstr>
      <vt:lpstr>Αλγόριθμοι εύρεσης διαδρομής</vt:lpstr>
      <vt:lpstr>Julia ως περιβάλλον προσομοίωσης</vt:lpstr>
      <vt:lpstr>…Research team</vt:lpstr>
    </vt:vector>
  </TitlesOfParts>
  <Company>AUTh ChEng LTPEP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Konstantinos E Kakosimos</dc:creator>
  <cp:lastModifiedBy>Georgios Pitsos</cp:lastModifiedBy>
  <cp:revision>1666</cp:revision>
  <cp:lastPrinted>2013-04-18T12:02:11Z</cp:lastPrinted>
  <dcterms:created xsi:type="dcterms:W3CDTF">2010-02-01T15:53:45Z</dcterms:created>
  <dcterms:modified xsi:type="dcterms:W3CDTF">2026-04-18T13:53:01Z</dcterms:modified>
</cp:coreProperties>
</file>