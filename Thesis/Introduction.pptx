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7B53A-5F02-46AC-A602-E11F15763443}" type="datetimeFigureOut">
              <a:rPr lang="el-GR" smtClean="0"/>
              <a:t>6/3/2026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9EAB6-8F16-4223-B015-54B4C23A7B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369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66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9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6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9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4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2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3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71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8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2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DE1F66D9-2E20-B25D-CF54-9CEBBA703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DF6B80B4-1E6A-5448-99AA-B965607866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39D2B80E-5F2F-93D0-F792-710A9AF5A2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1793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1603</TotalTime>
  <Words>0</Words>
  <Application>Microsoft Office PowerPoint</Application>
  <PresentationFormat>Ευρεία οθόνη</PresentationFormat>
  <Paragraphs>0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Georgios Pitsos</cp:lastModifiedBy>
  <cp:revision>68</cp:revision>
  <dcterms:created xsi:type="dcterms:W3CDTF">2025-12-09T10:17:46Z</dcterms:created>
  <dcterms:modified xsi:type="dcterms:W3CDTF">2026-03-06T09:15:09Z</dcterms:modified>
</cp:coreProperties>
</file>