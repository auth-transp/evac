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handoutMasterIdLst>
    <p:handoutMasterId r:id="rId22"/>
  </p:handoutMasterIdLst>
  <p:sldIdLst>
    <p:sldId id="267" r:id="rId2"/>
    <p:sldId id="281" r:id="rId3"/>
    <p:sldId id="277" r:id="rId4"/>
    <p:sldId id="269" r:id="rId5"/>
    <p:sldId id="270" r:id="rId6"/>
    <p:sldId id="271" r:id="rId7"/>
    <p:sldId id="273" r:id="rId8"/>
    <p:sldId id="278" r:id="rId9"/>
    <p:sldId id="274" r:id="rId10"/>
    <p:sldId id="275" r:id="rId11"/>
    <p:sldId id="276" r:id="rId12"/>
    <p:sldId id="258" r:id="rId13"/>
    <p:sldId id="261" r:id="rId14"/>
    <p:sldId id="262" r:id="rId15"/>
    <p:sldId id="263" r:id="rId16"/>
    <p:sldId id="264" r:id="rId17"/>
    <p:sldId id="257" r:id="rId18"/>
    <p:sldId id="266" r:id="rId19"/>
    <p:sldId id="28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653" y="4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>
            <a:extLst>
              <a:ext uri="{FF2B5EF4-FFF2-40B4-BE49-F238E27FC236}">
                <a16:creationId xmlns:a16="http://schemas.microsoft.com/office/drawing/2014/main" id="{3AE0FEE7-3523-711D-84A3-1E12A20C0D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>
            <a:extLst>
              <a:ext uri="{FF2B5EF4-FFF2-40B4-BE49-F238E27FC236}">
                <a16:creationId xmlns:a16="http://schemas.microsoft.com/office/drawing/2014/main" id="{CD1D10DD-78BB-9105-2B6A-2FB838EA5E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51B517-3CE4-4CE7-9043-1AE91C128FB2}" type="datetimeFigureOut">
              <a:rPr lang="el-GR" smtClean="0"/>
              <a:t>17/4/2026</a:t>
            </a:fld>
            <a:endParaRPr lang="el-GR"/>
          </a:p>
        </p:txBody>
      </p:sp>
      <p:sp>
        <p:nvSpPr>
          <p:cNvPr id="4" name="Θέση υποσέλιδου 3">
            <a:extLst>
              <a:ext uri="{FF2B5EF4-FFF2-40B4-BE49-F238E27FC236}">
                <a16:creationId xmlns:a16="http://schemas.microsoft.com/office/drawing/2014/main" id="{7EBEF9DF-733E-299C-3F5E-FB002B2265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5" name="Θέση αριθμού διαφάνειας 4">
            <a:extLst>
              <a:ext uri="{FF2B5EF4-FFF2-40B4-BE49-F238E27FC236}">
                <a16:creationId xmlns:a16="http://schemas.microsoft.com/office/drawing/2014/main" id="{8AA5B72B-980E-6C42-080F-0822FBDD48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EAFE41-401A-4D2F-BCD3-959B97745381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23094950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7B53A-5F02-46AC-A602-E11F15763443}" type="datetimeFigureOut">
              <a:rPr lang="el-GR" smtClean="0"/>
              <a:t>16/4/2026</a:t>
            </a:fld>
            <a:endParaRPr lang="el-GR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89EAB6-8F16-4223-B015-54B4C23A7B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9369003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5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3928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F4006-EA43-8A1D-0A46-512C038D8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1A4CF7D0-5418-9196-E6D9-C60084949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EBA83F35-9EC9-1D00-E40B-733480BA9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CF387B42-9E5C-F9F1-6920-696D86616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6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33332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20B45-CAE6-293B-B075-16B5079CD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F05A418C-17FA-A16A-4D44-734D2D2B6D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43782CA-E9CB-A1AA-2AD7-6F1C5E636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13990D1A-7CE4-992B-BF6C-55056CFC1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7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92377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70FA0-3106-6AC0-F480-84F7F4363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8B479DD8-56CB-4F65-1AB6-11D3BEB65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635A2982-2A0F-D995-87AC-FA5004A0F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C993968D-B309-BDCD-AD8A-0B8B987DF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8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86544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8719-F672-A365-3F0A-5EF9AF797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737C357D-4480-CFA8-5D30-FDCF6DFAA4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A15CF2E-6154-598F-6BB3-3216627EE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774A8489-B564-3EBF-32C7-574FA94EF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9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185149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458-F949-188E-85A5-ED0A69646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DE164227-ED03-8F58-2674-03E703EA7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64E8496-C317-92D4-E932-5F17E0D32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2430ECE0-1B15-16E0-0CC5-9D40ED83DC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10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830527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49D90-58C9-3EFA-C64B-E63B18A4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559254DB-8F89-2778-E6EA-7A5682D62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85EB3071-3ED9-8270-2B6C-1C119CD6B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686F8221-4D5D-72D5-6F14-ABCA38A240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11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84059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66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2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066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98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40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23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3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l-GR"/>
              <a:t>Κάντε κλικ στο εικονίδιο για να προσθέσετε εικόνα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471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8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81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2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14.png"/><Relationship Id="rId18" Type="http://schemas.openxmlformats.org/officeDocument/2006/relationships/image" Target="../media/image25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12.png"/><Relationship Id="rId5" Type="http://schemas.openxmlformats.org/officeDocument/2006/relationships/image" Target="../media/image24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20.png"/><Relationship Id="rId9" Type="http://schemas.openxmlformats.org/officeDocument/2006/relationships/image" Target="../media/image2.png"/><Relationship Id="rId1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3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2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38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1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6C45-56C6-9AC9-DA7E-956F5C27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>
            <a:extLst>
              <a:ext uri="{FF2B5EF4-FFF2-40B4-BE49-F238E27FC236}">
                <a16:creationId xmlns:a16="http://schemas.microsoft.com/office/drawing/2014/main" id="{BDF1E159-765D-001E-8ED7-2EF19008F402}"/>
              </a:ext>
            </a:extLst>
          </p:cNvPr>
          <p:cNvSpPr/>
          <p:nvPr/>
        </p:nvSpPr>
        <p:spPr>
          <a:xfrm>
            <a:off x="1209368" y="365125"/>
            <a:ext cx="10515600" cy="5841549"/>
          </a:xfrm>
          <a:prstGeom prst="rect">
            <a:avLst/>
          </a:prstGeom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l-GR"/>
          </a:p>
        </p:txBody>
      </p:sp>
      <p:sp>
        <p:nvSpPr>
          <p:cNvPr id="4" name="Τίτλος 3">
            <a:extLst>
              <a:ext uri="{FF2B5EF4-FFF2-40B4-BE49-F238E27FC236}">
                <a16:creationId xmlns:a16="http://schemas.microsoft.com/office/drawing/2014/main" id="{522D5670-9E86-1570-64BD-01D9360D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9368" y="374327"/>
            <a:ext cx="10515600" cy="1325563"/>
          </a:xfrm>
        </p:spPr>
        <p:txBody>
          <a:bodyPr/>
          <a:lstStyle/>
          <a:p>
            <a:pPr algn="ctr"/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Δομή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A98A85-22B5-CEFE-B370-0B3CC763F7F5}"/>
              </a:ext>
            </a:extLst>
          </p:cNvPr>
          <p:cNvSpPr txBox="1"/>
          <p:nvPr/>
        </p:nvSpPr>
        <p:spPr>
          <a:xfrm>
            <a:off x="1209368" y="1709092"/>
            <a:ext cx="10515600" cy="3416320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Προσομοίωση ανθρώπινης συμπεριφοράς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Είδη κινδύνων στις βιομηχανίες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Υδρόθειο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Εκτίμηση επιπτώσεων στην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ανθρώπινη υγεία</a:t>
            </a: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Κίνηση «πρακτόρων»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Julia </a:t>
            </a: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ως περιβάλλον προσομοίωσης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Περίπτωση μελέτης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endParaRPr lang="el-G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l-G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Αποτελέσματα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CEE96B57-A880-DF1E-C7E7-B900CC914DD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32436"/>
            <a:ext cx="1209368" cy="13255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C21725C-1746-3E5A-F96F-0AB0015BA378}"/>
              </a:ext>
            </a:extLst>
          </p:cNvPr>
          <p:cNvSpPr txBox="1"/>
          <p:nvPr/>
        </p:nvSpPr>
        <p:spPr>
          <a:xfrm>
            <a:off x="8554064" y="6497869"/>
            <a:ext cx="3637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Εργαστήριο Φαινομένων Μεταφοράς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794D8D-248A-BB4D-548F-EF5B449580BC}"/>
              </a:ext>
            </a:extLst>
          </p:cNvPr>
          <p:cNvSpPr txBox="1"/>
          <p:nvPr/>
        </p:nvSpPr>
        <p:spPr>
          <a:xfrm>
            <a:off x="1209368" y="6220870"/>
            <a:ext cx="77281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Εκκένωση με δυναμική δρομολόγηση υπό την επήρεια τοξικού φορτίου</a:t>
            </a:r>
            <a:b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l-GR" dirty="0">
                <a:latin typeface="Times New Roman" panose="02020603050405020304" pitchFamily="18" charset="0"/>
                <a:cs typeface="Times New Roman" panose="02020603050405020304" pitchFamily="18" charset="0"/>
              </a:rPr>
              <a:t>Γεώργιος Πίτσος </a:t>
            </a:r>
          </a:p>
        </p:txBody>
      </p:sp>
    </p:spTree>
    <p:extLst>
      <p:ext uri="{BB962C8B-B14F-4D97-AF65-F5344CB8AC3E}">
        <p14:creationId xmlns:p14="http://schemas.microsoft.com/office/powerpoint/2010/main" val="1699144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6C45-56C6-9AC9-DA7E-956F5C27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22D5670-9E86-1570-64BD-01D9360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9BA57851-597C-8686-244D-362A24A7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53597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305B070F-7335-2336-A437-594B86DED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3500" y="2744072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A21EB7BE-164A-96BE-2FBA-187F6221E7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275" y="2744072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Ευθύγραμμο βέλος σύνδεσης 8">
            <a:extLst>
              <a:ext uri="{FF2B5EF4-FFF2-40B4-BE49-F238E27FC236}">
                <a16:creationId xmlns:a16="http://schemas.microsoft.com/office/drawing/2014/main" id="{61136C36-1B27-8B4D-034F-942F83E4DC72}"/>
              </a:ext>
            </a:extLst>
          </p:cNvPr>
          <p:cNvCxnSpPr>
            <a:stCxn id="1027" idx="3"/>
            <a:endCxn id="6" idx="1"/>
          </p:cNvCxnSpPr>
          <p:nvPr/>
        </p:nvCxnSpPr>
        <p:spPr>
          <a:xfrm flipV="1">
            <a:off x="2305050" y="3248897"/>
            <a:ext cx="308450" cy="4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Ευθύγραμμο βέλος σύνδεσης 10">
            <a:extLst>
              <a:ext uri="{FF2B5EF4-FFF2-40B4-BE49-F238E27FC236}">
                <a16:creationId xmlns:a16="http://schemas.microsoft.com/office/drawing/2014/main" id="{73C832A5-59F1-02C0-EC04-836C2FBCD4C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070825" y="3248897"/>
            <a:ext cx="308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" name="Picture 5">
            <a:extLst>
              <a:ext uri="{FF2B5EF4-FFF2-40B4-BE49-F238E27FC236}">
                <a16:creationId xmlns:a16="http://schemas.microsoft.com/office/drawing/2014/main" id="{E53F5E9E-0479-B9A2-F193-B53516C559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4575" y="2744072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Ευθύγραμμο βέλος σύνδεσης 15">
            <a:extLst>
              <a:ext uri="{FF2B5EF4-FFF2-40B4-BE49-F238E27FC236}">
                <a16:creationId xmlns:a16="http://schemas.microsoft.com/office/drawing/2014/main" id="{7C434BCB-3B0D-6043-9267-89776270B706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5846125" y="3248897"/>
            <a:ext cx="308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13E3778-DCE4-9A56-C251-0E9B2D10C7F6}"/>
              </a:ext>
            </a:extLst>
          </p:cNvPr>
          <p:cNvSpPr txBox="1"/>
          <p:nvPr/>
        </p:nvSpPr>
        <p:spPr>
          <a:xfrm>
            <a:off x="5995556" y="3760072"/>
            <a:ext cx="2680238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  = 	g + 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= 	cost until current 	node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= 	heuristic cost until the 	End node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Γραμμή σύνδεσης: Γωνιώδης 21">
            <a:extLst>
              <a:ext uri="{FF2B5EF4-FFF2-40B4-BE49-F238E27FC236}">
                <a16:creationId xmlns:a16="http://schemas.microsoft.com/office/drawing/2014/main" id="{DBF5CB10-B988-8305-CAFE-C231C303BE1F}"/>
              </a:ext>
            </a:extLst>
          </p:cNvPr>
          <p:cNvCxnSpPr>
            <a:stCxn id="13" idx="0"/>
            <a:endCxn id="6" idx="0"/>
          </p:cNvCxnSpPr>
          <p:nvPr/>
        </p:nvCxnSpPr>
        <p:spPr>
          <a:xfrm rot="16200000" flipV="1">
            <a:off x="5338919" y="747316"/>
            <a:ext cx="12700" cy="3993512"/>
          </a:xfrm>
          <a:prstGeom prst="bentConnector3">
            <a:avLst>
              <a:gd name="adj1" fmla="val 675483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" name="Picture 3">
            <a:extLst>
              <a:ext uri="{FF2B5EF4-FFF2-40B4-BE49-F238E27FC236}">
                <a16:creationId xmlns:a16="http://schemas.microsoft.com/office/drawing/2014/main" id="{456D1131-7B59-B6F9-5BF4-08BF4768D1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1844" y="1405015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7">
            <a:extLst>
              <a:ext uri="{FF2B5EF4-FFF2-40B4-BE49-F238E27FC236}">
                <a16:creationId xmlns:a16="http://schemas.microsoft.com/office/drawing/2014/main" id="{A97915D2-FF55-67C2-69C0-48EF59816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225" y="2737722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Ευθύγραμμο βέλος σύνδεσης 27">
            <a:extLst>
              <a:ext uri="{FF2B5EF4-FFF2-40B4-BE49-F238E27FC236}">
                <a16:creationId xmlns:a16="http://schemas.microsoft.com/office/drawing/2014/main" id="{C3E971AB-C4C2-560C-A7F2-46FA986C6A91}"/>
              </a:ext>
            </a:extLst>
          </p:cNvPr>
          <p:cNvCxnSpPr>
            <a:stCxn id="13" idx="3"/>
            <a:endCxn id="25" idx="1"/>
          </p:cNvCxnSpPr>
          <p:nvPr/>
        </p:nvCxnSpPr>
        <p:spPr>
          <a:xfrm flipV="1">
            <a:off x="8516775" y="3242547"/>
            <a:ext cx="308450" cy="6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Εικόνα 29" descr="Εικόνα που περιέχει διάγραμμα, γραμμή, στιγμιότυπο οθόνης, γράφημα&#10;&#10;Το περιεχόμενο που δημιουργείται από AI ενδέχεται να είναι εσφαλμένο.">
            <a:extLst>
              <a:ext uri="{FF2B5EF4-FFF2-40B4-BE49-F238E27FC236}">
                <a16:creationId xmlns:a16="http://schemas.microsoft.com/office/drawing/2014/main" id="{C0CBD18D-048D-E763-D4B4-116D76CC086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07" y="3764835"/>
            <a:ext cx="3104277" cy="3104277"/>
          </a:xfrm>
          <a:prstGeom prst="rect">
            <a:avLst/>
          </a:prstGeom>
        </p:spPr>
      </p:pic>
      <p:pic>
        <p:nvPicPr>
          <p:cNvPr id="31" name="Εικόνα 30">
            <a:extLst>
              <a:ext uri="{FF2B5EF4-FFF2-40B4-BE49-F238E27FC236}">
                <a16:creationId xmlns:a16="http://schemas.microsoft.com/office/drawing/2014/main" id="{05D05523-45B3-7D99-321A-0A473D760D5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80432" y="3764834"/>
            <a:ext cx="3104277" cy="3104277"/>
          </a:xfrm>
          <a:prstGeom prst="rect">
            <a:avLst/>
          </a:prstGeom>
        </p:spPr>
      </p:pic>
      <p:pic>
        <p:nvPicPr>
          <p:cNvPr id="1024" name="astar_path_x3.5">
            <a:hlinkClick r:id="" action="ppaction://media"/>
            <a:extLst>
              <a:ext uri="{FF2B5EF4-FFF2-40B4-BE49-F238E27FC236}">
                <a16:creationId xmlns:a16="http://schemas.microsoft.com/office/drawing/2014/main" id="{699D7DD8-CF3A-D7E6-3EB2-026E9B4315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8598157" y="3764835"/>
            <a:ext cx="3104277" cy="3104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0206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1" dur="18267" fill="hold"/>
                                        <p:tgtEl>
                                          <p:spTgt spid="10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2" fill="hold" display="0">
                  <p:stCondLst>
                    <p:cond delay="indefinite"/>
                  </p:stCondLst>
                </p:cTn>
                <p:tgtEl>
                  <p:spTgt spid="1024"/>
                </p:tgtEl>
              </p:cMediaNode>
            </p:video>
          </p:childTnLst>
        </p:cTn>
      </p:par>
    </p:tnLst>
    <p:bldLst>
      <p:bldP spid="20" grpId="0" animBg="1"/>
      <p:bldP spid="20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F38055-1A89-3A2F-42B2-65C736C30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6D0B419-E812-16C5-6D7C-014C60C39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018CF3D7-53B1-EEBE-2D93-C5BC50694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91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6475E7B-A019-9785-F740-091456007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374" y="2712244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43A77CA1-C1F2-C949-25B8-BE3B80852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0" y="3050381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F76BC7B-B76B-EAFB-DB2A-D01A217C9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954" y="220741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F622D1C3-B8B3-8A37-2452-87964FC78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9186" y="3429000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A0210ECF-D6A7-1392-CD8B-8E8EC9CC3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222" y="376237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>
            <a:extLst>
              <a:ext uri="{FF2B5EF4-FFF2-40B4-BE49-F238E27FC236}">
                <a16:creationId xmlns:a16="http://schemas.microsoft.com/office/drawing/2014/main" id="{6370E84A-808C-DE35-9C0A-69C18E7E3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6" y="3098007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Ευθύγραμμο βέλος σύνδεσης 13">
            <a:extLst>
              <a:ext uri="{FF2B5EF4-FFF2-40B4-BE49-F238E27FC236}">
                <a16:creationId xmlns:a16="http://schemas.microsoft.com/office/drawing/2014/main" id="{ED6ABE24-467F-1919-4D8E-68397171CC26}"/>
              </a:ext>
            </a:extLst>
          </p:cNvPr>
          <p:cNvCxnSpPr>
            <a:stCxn id="1027" idx="3"/>
            <a:endCxn id="1028" idx="1"/>
          </p:cNvCxnSpPr>
          <p:nvPr/>
        </p:nvCxnSpPr>
        <p:spPr>
          <a:xfrm>
            <a:off x="1581941" y="3550444"/>
            <a:ext cx="4024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Ευθύγραμμο βέλος σύνδεσης 16">
            <a:extLst>
              <a:ext uri="{FF2B5EF4-FFF2-40B4-BE49-F238E27FC236}">
                <a16:creationId xmlns:a16="http://schemas.microsoft.com/office/drawing/2014/main" id="{DDC7B06C-D862-259B-FD4F-3E3E37ECDFE4}"/>
              </a:ext>
            </a:extLst>
          </p:cNvPr>
          <p:cNvCxnSpPr>
            <a:stCxn id="1028" idx="3"/>
            <a:endCxn id="1029" idx="1"/>
          </p:cNvCxnSpPr>
          <p:nvPr/>
        </p:nvCxnSpPr>
        <p:spPr>
          <a:xfrm>
            <a:off x="3441699" y="3550444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Γραμμή σύνδεσης: Γωνιώδης 18">
            <a:extLst>
              <a:ext uri="{FF2B5EF4-FFF2-40B4-BE49-F238E27FC236}">
                <a16:creationId xmlns:a16="http://schemas.microsoft.com/office/drawing/2014/main" id="{940D8CB3-1110-2F75-63F4-E688481D26F9}"/>
              </a:ext>
            </a:extLst>
          </p:cNvPr>
          <p:cNvCxnSpPr>
            <a:stCxn id="1029" idx="3"/>
            <a:endCxn id="1032" idx="1"/>
          </p:cNvCxnSpPr>
          <p:nvPr/>
        </p:nvCxnSpPr>
        <p:spPr>
          <a:xfrm flipV="1">
            <a:off x="5265735" y="2712243"/>
            <a:ext cx="938219" cy="8382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CED031DD-3A94-C49D-6DC8-A91B7B8C0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2478881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Γραμμή σύνδεσης: Γωνιώδης 20">
            <a:extLst>
              <a:ext uri="{FF2B5EF4-FFF2-40B4-BE49-F238E27FC236}">
                <a16:creationId xmlns:a16="http://schemas.microsoft.com/office/drawing/2014/main" id="{8CB90653-66F4-0137-C6F3-36F242A97D10}"/>
              </a:ext>
            </a:extLst>
          </p:cNvPr>
          <p:cNvCxnSpPr>
            <a:stCxn id="1029" idx="3"/>
            <a:endCxn id="1033" idx="1"/>
          </p:cNvCxnSpPr>
          <p:nvPr/>
        </p:nvCxnSpPr>
        <p:spPr>
          <a:xfrm>
            <a:off x="5265735" y="3550444"/>
            <a:ext cx="933451" cy="71675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1" name="Picture 7">
            <a:extLst>
              <a:ext uri="{FF2B5EF4-FFF2-40B4-BE49-F238E27FC236}">
                <a16:creationId xmlns:a16="http://schemas.microsoft.com/office/drawing/2014/main" id="{992FBD33-B074-2384-7C4F-6E8BA2BD1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4033838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Ευθύγραμμο βέλος σύνδεσης 22">
            <a:extLst>
              <a:ext uri="{FF2B5EF4-FFF2-40B4-BE49-F238E27FC236}">
                <a16:creationId xmlns:a16="http://schemas.microsoft.com/office/drawing/2014/main" id="{D7C3B02A-8C53-D533-0DB4-B728255E0176}"/>
              </a:ext>
            </a:extLst>
          </p:cNvPr>
          <p:cNvCxnSpPr>
            <a:stCxn id="1033" idx="3"/>
            <a:endCxn id="1034" idx="1"/>
          </p:cNvCxnSpPr>
          <p:nvPr/>
        </p:nvCxnSpPr>
        <p:spPr>
          <a:xfrm>
            <a:off x="7656511" y="4267200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Γραμμή σύνδεσης: Γωνιώδης 24">
            <a:extLst>
              <a:ext uri="{FF2B5EF4-FFF2-40B4-BE49-F238E27FC236}">
                <a16:creationId xmlns:a16="http://schemas.microsoft.com/office/drawing/2014/main" id="{93084D41-EFC3-153B-DC76-33402E1D77E3}"/>
              </a:ext>
            </a:extLst>
          </p:cNvPr>
          <p:cNvCxnSpPr>
            <a:stCxn id="1034" idx="3"/>
            <a:endCxn id="1035" idx="1"/>
          </p:cNvCxnSpPr>
          <p:nvPr/>
        </p:nvCxnSpPr>
        <p:spPr>
          <a:xfrm flipV="1">
            <a:off x="9480547" y="3598070"/>
            <a:ext cx="1081089" cy="669130"/>
          </a:xfrm>
          <a:prstGeom prst="bentConnector3">
            <a:avLst>
              <a:gd name="adj1" fmla="val 500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Γραμμή σύνδεσης: Γωνιώδης 26">
            <a:extLst>
              <a:ext uri="{FF2B5EF4-FFF2-40B4-BE49-F238E27FC236}">
                <a16:creationId xmlns:a16="http://schemas.microsoft.com/office/drawing/2014/main" id="{2A94635D-DAE6-E6AB-18C8-5FC9441557A4}"/>
              </a:ext>
            </a:extLst>
          </p:cNvPr>
          <p:cNvCxnSpPr>
            <a:cxnSpLocks/>
            <a:stCxn id="1034" idx="3"/>
            <a:endCxn id="2" idx="1"/>
          </p:cNvCxnSpPr>
          <p:nvPr/>
        </p:nvCxnSpPr>
        <p:spPr>
          <a:xfrm>
            <a:off x="9480547" y="4267200"/>
            <a:ext cx="1081088" cy="7381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6">
            <a:extLst>
              <a:ext uri="{FF2B5EF4-FFF2-40B4-BE49-F238E27FC236}">
                <a16:creationId xmlns:a16="http://schemas.microsoft.com/office/drawing/2014/main" id="{53DDB311-FD38-7242-9738-5332C00FB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3350259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5DCCB771-FF59-487A-11E1-3575DDF1F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4772025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8" name="Ομάδα 1037">
            <a:extLst>
              <a:ext uri="{FF2B5EF4-FFF2-40B4-BE49-F238E27FC236}">
                <a16:creationId xmlns:a16="http://schemas.microsoft.com/office/drawing/2014/main" id="{BFC5C8C0-D09D-7A4D-8824-BA91BA116B2F}"/>
              </a:ext>
            </a:extLst>
          </p:cNvPr>
          <p:cNvGrpSpPr/>
          <p:nvPr/>
        </p:nvGrpSpPr>
        <p:grpSpPr>
          <a:xfrm>
            <a:off x="6199185" y="5273159"/>
            <a:ext cx="4980649" cy="1068016"/>
            <a:chOff x="6199185" y="5273159"/>
            <a:chExt cx="4980649" cy="1068016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46D3E505-4788-E583-CA67-C3F1D292B6D5}"/>
                </a:ext>
              </a:extLst>
            </p:cNvPr>
            <p:cNvSpPr txBox="1"/>
            <p:nvPr/>
          </p:nvSpPr>
          <p:spPr>
            <a:xfrm>
              <a:off x="6199185" y="5273159"/>
              <a:ext cx="14573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 = g + h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6" name="TextBox 1035">
              <a:extLst>
                <a:ext uri="{FF2B5EF4-FFF2-40B4-BE49-F238E27FC236}">
                  <a16:creationId xmlns:a16="http://schemas.microsoft.com/office/drawing/2014/main" id="{5EB47C8B-1097-D22F-9D56-4B9C7803AF73}"/>
                </a:ext>
              </a:extLst>
            </p:cNvPr>
            <p:cNvSpPr txBox="1"/>
            <p:nvPr/>
          </p:nvSpPr>
          <p:spPr>
            <a:xfrm>
              <a:off x="6199186" y="5602511"/>
              <a:ext cx="4980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από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Start node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μέχρι το τρέχον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315CF70C-80CE-C699-870B-0CA9BD6FF0CE}"/>
                </a:ext>
              </a:extLst>
            </p:cNvPr>
            <p:cNvSpPr txBox="1"/>
            <p:nvPr/>
          </p:nvSpPr>
          <p:spPr>
            <a:xfrm>
              <a:off x="6199185" y="5971843"/>
              <a:ext cx="40144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</a:t>
              </a:r>
              <a:r>
                <a:rPr lang="el-G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ευριστικής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μέχρι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End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40" name="TextBox 1039">
            <a:extLst>
              <a:ext uri="{FF2B5EF4-FFF2-40B4-BE49-F238E27FC236}">
                <a16:creationId xmlns:a16="http://schemas.microsoft.com/office/drawing/2014/main" id="{F0BD7D52-FADE-E38C-F9B3-0E91F772ACAB}"/>
              </a:ext>
            </a:extLst>
          </p:cNvPr>
          <p:cNvSpPr txBox="1"/>
          <p:nvPr/>
        </p:nvSpPr>
        <p:spPr>
          <a:xfrm>
            <a:off x="1982790" y="4587359"/>
            <a:ext cx="1457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List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 List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4EDAB00-FCC9-B48C-294C-D3C5D00A0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5" y="4505324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3745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500"/>
                            </p:stCondLst>
                            <p:childTnLst>
                              <p:par>
                                <p:cTn id="5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58A9DD-DA3D-D20E-DE86-8DD80762A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0BFB5A0-C366-32AA-15CB-8DA799BE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Ομάδα 6">
            <a:extLst>
              <a:ext uri="{FF2B5EF4-FFF2-40B4-BE49-F238E27FC236}">
                <a16:creationId xmlns:a16="http://schemas.microsoft.com/office/drawing/2014/main" id="{15926CE3-C89B-78AF-45E8-D6E176F58061}"/>
              </a:ext>
            </a:extLst>
          </p:cNvPr>
          <p:cNvGrpSpPr/>
          <p:nvPr/>
        </p:nvGrpSpPr>
        <p:grpSpPr>
          <a:xfrm>
            <a:off x="8023222" y="3098007"/>
            <a:ext cx="3995739" cy="2407442"/>
            <a:chOff x="8023222" y="3098007"/>
            <a:chExt cx="3995739" cy="2407442"/>
          </a:xfrm>
        </p:grpSpPr>
        <p:grpSp>
          <p:nvGrpSpPr>
            <p:cNvPr id="3" name="Ομάδα 2">
              <a:extLst>
                <a:ext uri="{FF2B5EF4-FFF2-40B4-BE49-F238E27FC236}">
                  <a16:creationId xmlns:a16="http://schemas.microsoft.com/office/drawing/2014/main" id="{B58EF1BB-1CFE-9D57-7E1E-8B40D5D1B38B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C01B12F6-206A-D49C-9089-E4B4AFD514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5" name="Picture 11">
                <a:extLst>
                  <a:ext uri="{FF2B5EF4-FFF2-40B4-BE49-F238E27FC236}">
                    <a16:creationId xmlns:a16="http://schemas.microsoft.com/office/drawing/2014/main" id="{7957DF05-96C1-2A3A-95DD-A14E30B4B1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5" name="Γραμμή σύνδεσης: Γωνιώδης 24">
                <a:extLst>
                  <a:ext uri="{FF2B5EF4-FFF2-40B4-BE49-F238E27FC236}">
                    <a16:creationId xmlns:a16="http://schemas.microsoft.com/office/drawing/2014/main" id="{64FCC64B-D52D-F9BF-7F31-56731BE190B4}"/>
                  </a:ext>
                </a:extLst>
              </p:cNvPr>
              <p:cNvCxnSpPr>
                <a:stCxn id="1034" idx="3"/>
                <a:endCxn id="1035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Γραμμή σύνδεσης: Γωνιώδης 26">
                <a:extLst>
                  <a:ext uri="{FF2B5EF4-FFF2-40B4-BE49-F238E27FC236}">
                    <a16:creationId xmlns:a16="http://schemas.microsoft.com/office/drawing/2014/main" id="{FB21D45D-3E57-A112-9B14-DE42630A4479}"/>
                  </a:ext>
                </a:extLst>
              </p:cNvPr>
              <p:cNvCxnSpPr>
                <a:cxnSpLocks/>
                <a:stCxn id="1034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Picture 6">
                <a:extLst>
                  <a:ext uri="{FF2B5EF4-FFF2-40B4-BE49-F238E27FC236}">
                    <a16:creationId xmlns:a16="http://schemas.microsoft.com/office/drawing/2014/main" id="{01E8FF76-EA29-7470-F361-900E9D5F83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7">
                <a:extLst>
                  <a:ext uri="{FF2B5EF4-FFF2-40B4-BE49-F238E27FC236}">
                    <a16:creationId xmlns:a16="http://schemas.microsoft.com/office/drawing/2014/main" id="{0D07A933-184B-5889-2162-284DABB681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6ED173F3-0437-5BDB-6D33-CBEC915C49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237258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81481E-6 L -0.56159 -0.1076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086" y="-5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F91DFB-3254-9747-4B31-BF776902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0BC5813C-F1BD-ED02-CC96-DF121995F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928" name="Ομάδα 3927">
            <a:extLst>
              <a:ext uri="{FF2B5EF4-FFF2-40B4-BE49-F238E27FC236}">
                <a16:creationId xmlns:a16="http://schemas.microsoft.com/office/drawing/2014/main" id="{296093AD-3FF9-2C2C-BA56-55A3B10CBBF7}"/>
              </a:ext>
            </a:extLst>
          </p:cNvPr>
          <p:cNvGrpSpPr/>
          <p:nvPr/>
        </p:nvGrpSpPr>
        <p:grpSpPr>
          <a:xfrm>
            <a:off x="1180421" y="2325863"/>
            <a:ext cx="3995739" cy="2407442"/>
            <a:chOff x="8023222" y="3098007"/>
            <a:chExt cx="3995739" cy="2407442"/>
          </a:xfrm>
        </p:grpSpPr>
        <p:grpSp>
          <p:nvGrpSpPr>
            <p:cNvPr id="3929" name="Ομάδα 3928">
              <a:extLst>
                <a:ext uri="{FF2B5EF4-FFF2-40B4-BE49-F238E27FC236}">
                  <a16:creationId xmlns:a16="http://schemas.microsoft.com/office/drawing/2014/main" id="{C310D242-3E33-25F4-52F4-D914676A0818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3931" name="Picture 10">
                <a:extLst>
                  <a:ext uri="{FF2B5EF4-FFF2-40B4-BE49-F238E27FC236}">
                    <a16:creationId xmlns:a16="http://schemas.microsoft.com/office/drawing/2014/main" id="{4398FA2E-2293-35EA-238F-179E9144F0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2" name="Picture 11">
                <a:extLst>
                  <a:ext uri="{FF2B5EF4-FFF2-40B4-BE49-F238E27FC236}">
                    <a16:creationId xmlns:a16="http://schemas.microsoft.com/office/drawing/2014/main" id="{4C1E62F4-5BA8-E468-60B6-B94CF2067A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933" name="Γραμμή σύνδεσης: Γωνιώδης 3932">
                <a:extLst>
                  <a:ext uri="{FF2B5EF4-FFF2-40B4-BE49-F238E27FC236}">
                    <a16:creationId xmlns:a16="http://schemas.microsoft.com/office/drawing/2014/main" id="{CACC4FD8-094C-E098-996A-1596DBFDC5CC}"/>
                  </a:ext>
                </a:extLst>
              </p:cNvPr>
              <p:cNvCxnSpPr>
                <a:stCxn id="3931" idx="3"/>
                <a:endCxn id="3932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4" name="Γραμμή σύνδεσης: Γωνιώδης 3933">
                <a:extLst>
                  <a:ext uri="{FF2B5EF4-FFF2-40B4-BE49-F238E27FC236}">
                    <a16:creationId xmlns:a16="http://schemas.microsoft.com/office/drawing/2014/main" id="{45A5227F-76CF-26E4-BD9C-59057EC19B3C}"/>
                  </a:ext>
                </a:extLst>
              </p:cNvPr>
              <p:cNvCxnSpPr>
                <a:cxnSpLocks/>
                <a:stCxn id="3931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35" name="Picture 6">
                <a:extLst>
                  <a:ext uri="{FF2B5EF4-FFF2-40B4-BE49-F238E27FC236}">
                    <a16:creationId xmlns:a16="http://schemas.microsoft.com/office/drawing/2014/main" id="{AD6050D4-5901-7CC6-C68E-0A8E1948AC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6" name="Picture 7">
                <a:extLst>
                  <a:ext uri="{FF2B5EF4-FFF2-40B4-BE49-F238E27FC236}">
                    <a16:creationId xmlns:a16="http://schemas.microsoft.com/office/drawing/2014/main" id="{917D4277-A68B-1893-59E0-311FFDFCFE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3930" name="Picture 2">
              <a:extLst>
                <a:ext uri="{FF2B5EF4-FFF2-40B4-BE49-F238E27FC236}">
                  <a16:creationId xmlns:a16="http://schemas.microsoft.com/office/drawing/2014/main" id="{5E933DF2-77F4-F06C-6081-179A34BBD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937" name="Picture 8">
            <a:extLst>
              <a:ext uri="{FF2B5EF4-FFF2-40B4-BE49-F238E27FC236}">
                <a16:creationId xmlns:a16="http://schemas.microsoft.com/office/drawing/2014/main" id="{3A4913AD-3E68-BF1C-FABC-6A375B0BA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352" y="3733180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8" name="Picture 9">
            <a:extLst>
              <a:ext uri="{FF2B5EF4-FFF2-40B4-BE49-F238E27FC236}">
                <a16:creationId xmlns:a16="http://schemas.microsoft.com/office/drawing/2014/main" id="{8C945D32-A7F0-1B99-9773-8873F2026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2544777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9" name="Picture 10">
            <a:extLst>
              <a:ext uri="{FF2B5EF4-FFF2-40B4-BE49-F238E27FC236}">
                <a16:creationId xmlns:a16="http://schemas.microsoft.com/office/drawing/2014/main" id="{3C7C90C2-E0E7-6F3B-ED88-612200FB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3723655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0" name="Picture 11">
            <a:extLst>
              <a:ext uri="{FF2B5EF4-FFF2-40B4-BE49-F238E27FC236}">
                <a16:creationId xmlns:a16="http://schemas.microsoft.com/office/drawing/2014/main" id="{B1E9DDC8-8326-F6BA-C349-99773C68D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491205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1" name="Picture 12">
            <a:extLst>
              <a:ext uri="{FF2B5EF4-FFF2-40B4-BE49-F238E27FC236}">
                <a16:creationId xmlns:a16="http://schemas.microsoft.com/office/drawing/2014/main" id="{20F3BC0D-D5C3-64E4-82CA-98E77071F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1913" y="3392028"/>
            <a:ext cx="146685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43" name="Ευθύγραμμο βέλος σύνδεσης 3942">
            <a:extLst>
              <a:ext uri="{FF2B5EF4-FFF2-40B4-BE49-F238E27FC236}">
                <a16:creationId xmlns:a16="http://schemas.microsoft.com/office/drawing/2014/main" id="{0988B503-E4AC-F17D-8FB4-2840511DB017}"/>
              </a:ext>
            </a:extLst>
          </p:cNvPr>
          <p:cNvCxnSpPr>
            <a:stCxn id="3930" idx="3"/>
            <a:endCxn id="3937" idx="1"/>
          </p:cNvCxnSpPr>
          <p:nvPr/>
        </p:nvCxnSpPr>
        <p:spPr>
          <a:xfrm>
            <a:off x="5176159" y="4233243"/>
            <a:ext cx="3071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5" name="Ευθύγραμμο βέλος σύνδεσης 3944">
            <a:extLst>
              <a:ext uri="{FF2B5EF4-FFF2-40B4-BE49-F238E27FC236}">
                <a16:creationId xmlns:a16="http://schemas.microsoft.com/office/drawing/2014/main" id="{8336CC38-CB84-8AFC-EE1E-86CACD595A5F}"/>
              </a:ext>
            </a:extLst>
          </p:cNvPr>
          <p:cNvCxnSpPr>
            <a:stCxn id="3939" idx="3"/>
            <a:endCxn id="3941" idx="1"/>
          </p:cNvCxnSpPr>
          <p:nvPr/>
        </p:nvCxnSpPr>
        <p:spPr>
          <a:xfrm>
            <a:off x="8714720" y="4228480"/>
            <a:ext cx="307193" cy="17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7" name="Ευθύγραμμο βέλος σύνδεσης 3946">
            <a:extLst>
              <a:ext uri="{FF2B5EF4-FFF2-40B4-BE49-F238E27FC236}">
                <a16:creationId xmlns:a16="http://schemas.microsoft.com/office/drawing/2014/main" id="{A425F24A-77A1-F301-FCCE-85F33019D1BF}"/>
              </a:ext>
            </a:extLst>
          </p:cNvPr>
          <p:cNvCxnSpPr>
            <a:stCxn id="3937" idx="3"/>
            <a:endCxn id="3939" idx="1"/>
          </p:cNvCxnSpPr>
          <p:nvPr/>
        </p:nvCxnSpPr>
        <p:spPr>
          <a:xfrm flipV="1">
            <a:off x="6940677" y="4228480"/>
            <a:ext cx="307193" cy="4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9" name="Γραμμή σύνδεσης: Γωνιώδης 3948">
            <a:extLst>
              <a:ext uri="{FF2B5EF4-FFF2-40B4-BE49-F238E27FC236}">
                <a16:creationId xmlns:a16="http://schemas.microsoft.com/office/drawing/2014/main" id="{1847B662-0FAC-0ACF-6ABD-5D9563F714C3}"/>
              </a:ext>
            </a:extLst>
          </p:cNvPr>
          <p:cNvCxnSpPr>
            <a:stCxn id="3937" idx="3"/>
            <a:endCxn id="3938" idx="1"/>
          </p:cNvCxnSpPr>
          <p:nvPr/>
        </p:nvCxnSpPr>
        <p:spPr>
          <a:xfrm flipV="1">
            <a:off x="6940677" y="3044840"/>
            <a:ext cx="307193" cy="118840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1" name="Γραμμή σύνδεσης: Γωνιώδης 3950">
            <a:extLst>
              <a:ext uri="{FF2B5EF4-FFF2-40B4-BE49-F238E27FC236}">
                <a16:creationId xmlns:a16="http://schemas.microsoft.com/office/drawing/2014/main" id="{EEAC05E8-93AB-B1BB-F231-5E27FF0E9671}"/>
              </a:ext>
            </a:extLst>
          </p:cNvPr>
          <p:cNvCxnSpPr>
            <a:stCxn id="3937" idx="3"/>
            <a:endCxn id="3940" idx="1"/>
          </p:cNvCxnSpPr>
          <p:nvPr/>
        </p:nvCxnSpPr>
        <p:spPr>
          <a:xfrm>
            <a:off x="6940677" y="4233243"/>
            <a:ext cx="307193" cy="118364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3" name="Γραμμή σύνδεσης: Γωνιώδης 3952">
            <a:extLst>
              <a:ext uri="{FF2B5EF4-FFF2-40B4-BE49-F238E27FC236}">
                <a16:creationId xmlns:a16="http://schemas.microsoft.com/office/drawing/2014/main" id="{A2657820-5438-961D-96CA-BEA073A7ABAD}"/>
              </a:ext>
            </a:extLst>
          </p:cNvPr>
          <p:cNvCxnSpPr>
            <a:stCxn id="3938" idx="3"/>
            <a:endCxn id="3941" idx="1"/>
          </p:cNvCxnSpPr>
          <p:nvPr/>
        </p:nvCxnSpPr>
        <p:spPr>
          <a:xfrm>
            <a:off x="8714720" y="3044840"/>
            <a:ext cx="307193" cy="118538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5" name="Γραμμή σύνδεσης: Γωνιώδης 3954">
            <a:extLst>
              <a:ext uri="{FF2B5EF4-FFF2-40B4-BE49-F238E27FC236}">
                <a16:creationId xmlns:a16="http://schemas.microsoft.com/office/drawing/2014/main" id="{DA860066-A2AB-EE0C-F89B-6EF1A797D616}"/>
              </a:ext>
            </a:extLst>
          </p:cNvPr>
          <p:cNvCxnSpPr>
            <a:stCxn id="3940" idx="3"/>
            <a:endCxn id="3941" idx="1"/>
          </p:cNvCxnSpPr>
          <p:nvPr/>
        </p:nvCxnSpPr>
        <p:spPr>
          <a:xfrm flipV="1">
            <a:off x="8714720" y="4230228"/>
            <a:ext cx="307193" cy="118665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7" name="Γραμμή σύνδεσης: Γωνιώδης 3956">
            <a:extLst>
              <a:ext uri="{FF2B5EF4-FFF2-40B4-BE49-F238E27FC236}">
                <a16:creationId xmlns:a16="http://schemas.microsoft.com/office/drawing/2014/main" id="{593D1BFC-C20B-AE0B-EEE0-E4C66BBF5800}"/>
              </a:ext>
            </a:extLst>
          </p:cNvPr>
          <p:cNvCxnSpPr>
            <a:stCxn id="3941" idx="3"/>
          </p:cNvCxnSpPr>
          <p:nvPr/>
        </p:nvCxnSpPr>
        <p:spPr>
          <a:xfrm flipH="1">
            <a:off x="1180421" y="4230228"/>
            <a:ext cx="9308342" cy="1979653"/>
          </a:xfrm>
          <a:prstGeom prst="bentConnector3">
            <a:avLst>
              <a:gd name="adj1" fmla="val -245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958" name="Picture 1">
            <a:extLst>
              <a:ext uri="{FF2B5EF4-FFF2-40B4-BE49-F238E27FC236}">
                <a16:creationId xmlns:a16="http://schemas.microsoft.com/office/drawing/2014/main" id="{8F7CD05A-D9E4-F48E-83C8-3E6FFF56C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4099" y="5994674"/>
            <a:ext cx="1180985" cy="465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84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9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9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9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E24454-83C6-6D75-5B6C-7F306138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EDD1CD7-2FF9-9BDD-6791-00EA0A478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67" name="Ομάδα 2066">
            <a:extLst>
              <a:ext uri="{FF2B5EF4-FFF2-40B4-BE49-F238E27FC236}">
                <a16:creationId xmlns:a16="http://schemas.microsoft.com/office/drawing/2014/main" id="{F1358C6A-1FD3-BFF7-54FF-3C4B22748144}"/>
              </a:ext>
            </a:extLst>
          </p:cNvPr>
          <p:cNvGrpSpPr/>
          <p:nvPr/>
        </p:nvGrpSpPr>
        <p:grpSpPr>
          <a:xfrm>
            <a:off x="170688" y="2386584"/>
            <a:ext cx="11850624" cy="3635081"/>
            <a:chOff x="170688" y="2386584"/>
            <a:chExt cx="11850624" cy="3635081"/>
          </a:xfrm>
        </p:grpSpPr>
        <p:grpSp>
          <p:nvGrpSpPr>
            <p:cNvPr id="2065" name="Ομάδα 2064">
              <a:extLst>
                <a:ext uri="{FF2B5EF4-FFF2-40B4-BE49-F238E27FC236}">
                  <a16:creationId xmlns:a16="http://schemas.microsoft.com/office/drawing/2014/main" id="{763D1CBE-5B6B-1619-D92D-19932AE4DF01}"/>
                </a:ext>
              </a:extLst>
            </p:cNvPr>
            <p:cNvGrpSpPr/>
            <p:nvPr/>
          </p:nvGrpSpPr>
          <p:grpSpPr>
            <a:xfrm>
              <a:off x="170688" y="2386584"/>
              <a:ext cx="11850624" cy="3136392"/>
              <a:chOff x="651538" y="2353722"/>
              <a:chExt cx="10702262" cy="2830926"/>
            </a:xfrm>
          </p:grpSpPr>
          <p:grpSp>
            <p:nvGrpSpPr>
              <p:cNvPr id="3" name="Ομάδα 2">
                <a:extLst>
                  <a:ext uri="{FF2B5EF4-FFF2-40B4-BE49-F238E27FC236}">
                    <a16:creationId xmlns:a16="http://schemas.microsoft.com/office/drawing/2014/main" id="{6BFC4A8D-7948-D297-F7B9-323A86D26281}"/>
                  </a:ext>
                </a:extLst>
              </p:cNvPr>
              <p:cNvGrpSpPr/>
              <p:nvPr/>
            </p:nvGrpSpPr>
            <p:grpSpPr>
              <a:xfrm>
                <a:off x="7093348" y="3054829"/>
                <a:ext cx="4260452" cy="2129819"/>
                <a:chOff x="4027483" y="1940603"/>
                <a:chExt cx="6915154" cy="3519255"/>
              </a:xfrm>
            </p:grpSpPr>
            <p:pic>
              <p:nvPicPr>
                <p:cNvPr id="2051" name="Picture 3">
                  <a:extLst>
                    <a:ext uri="{FF2B5EF4-FFF2-40B4-BE49-F238E27FC236}">
                      <a16:creationId xmlns:a16="http://schemas.microsoft.com/office/drawing/2014/main" id="{28B07838-843C-BEE0-33A0-2A8671D40C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27483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2" name="Picture 4">
                  <a:extLst>
                    <a:ext uri="{FF2B5EF4-FFF2-40B4-BE49-F238E27FC236}">
                      <a16:creationId xmlns:a16="http://schemas.microsoft.com/office/drawing/2014/main" id="{E3CD5333-35BD-37DB-5621-B7D376C348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837234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4" name="Picture 6">
                  <a:extLst>
                    <a:ext uri="{FF2B5EF4-FFF2-40B4-BE49-F238E27FC236}">
                      <a16:creationId xmlns:a16="http://schemas.microsoft.com/office/drawing/2014/main" id="{79DEA990-50C4-462D-C78C-53573CB3B9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475787" y="2857268"/>
                  <a:ext cx="1466850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4" name="Ευθύγραμμο βέλος σύνδεσης 13">
                  <a:extLst>
                    <a:ext uri="{FF2B5EF4-FFF2-40B4-BE49-F238E27FC236}">
                      <a16:creationId xmlns:a16="http://schemas.microsoft.com/office/drawing/2014/main" id="{3E00D6F5-20DF-D5D0-2990-846C01550D7E}"/>
                    </a:ext>
                  </a:extLst>
                </p:cNvPr>
                <p:cNvCxnSpPr>
                  <a:stCxn id="2051" idx="3"/>
                  <a:endCxn id="2052" idx="1"/>
                </p:cNvCxnSpPr>
                <p:nvPr/>
              </p:nvCxnSpPr>
              <p:spPr>
                <a:xfrm>
                  <a:off x="5484808" y="3700231"/>
                  <a:ext cx="35242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3073" name="Picture 1">
                  <a:extLst>
                    <a:ext uri="{FF2B5EF4-FFF2-40B4-BE49-F238E27FC236}">
                      <a16:creationId xmlns:a16="http://schemas.microsoft.com/office/drawing/2014/main" id="{F2B73107-BE80-ACFF-A5B4-991F8DCFA0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3190643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4" name="Picture 2">
                  <a:extLst>
                    <a:ext uri="{FF2B5EF4-FFF2-40B4-BE49-F238E27FC236}">
                      <a16:creationId xmlns:a16="http://schemas.microsoft.com/office/drawing/2014/main" id="{7A30578A-B3BA-32DC-7033-714DF81EF6F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1940603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5" name="Picture 3">
                  <a:extLst>
                    <a:ext uri="{FF2B5EF4-FFF2-40B4-BE49-F238E27FC236}">
                      <a16:creationId xmlns:a16="http://schemas.microsoft.com/office/drawing/2014/main" id="{1AF81D46-AE77-2631-7F2E-55D893B305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79065" y="445020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2" name="Γραμμή σύνδεσης: Γωνιώδης 21">
                  <a:extLst>
                    <a:ext uri="{FF2B5EF4-FFF2-40B4-BE49-F238E27FC236}">
                      <a16:creationId xmlns:a16="http://schemas.microsoft.com/office/drawing/2014/main" id="{D2C48B03-E6D5-A589-53B6-33DE9CECA90E}"/>
                    </a:ext>
                  </a:extLst>
                </p:cNvPr>
                <p:cNvCxnSpPr>
                  <a:stCxn id="2052" idx="3"/>
                  <a:endCxn id="3074" idx="1"/>
                </p:cNvCxnSpPr>
                <p:nvPr/>
              </p:nvCxnSpPr>
              <p:spPr>
                <a:xfrm flipV="1">
                  <a:off x="7294559" y="2440666"/>
                  <a:ext cx="357189" cy="1259565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Γραμμή σύνδεσης: Γωνιώδης 23">
                  <a:extLst>
                    <a:ext uri="{FF2B5EF4-FFF2-40B4-BE49-F238E27FC236}">
                      <a16:creationId xmlns:a16="http://schemas.microsoft.com/office/drawing/2014/main" id="{CB933AB4-2B84-D937-927D-2AD1A27A329F}"/>
                    </a:ext>
                  </a:extLst>
                </p:cNvPr>
                <p:cNvCxnSpPr>
                  <a:stCxn id="2052" idx="3"/>
                  <a:endCxn id="3075" idx="1"/>
                </p:cNvCxnSpPr>
                <p:nvPr/>
              </p:nvCxnSpPr>
              <p:spPr>
                <a:xfrm>
                  <a:off x="7294559" y="3700231"/>
                  <a:ext cx="384506" cy="1254802"/>
                </a:xfrm>
                <a:prstGeom prst="bentConnector3">
                  <a:avLst>
                    <a:gd name="adj1" fmla="val 45513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Ευθύγραμμο βέλος σύνδεσης 27">
                  <a:extLst>
                    <a:ext uri="{FF2B5EF4-FFF2-40B4-BE49-F238E27FC236}">
                      <a16:creationId xmlns:a16="http://schemas.microsoft.com/office/drawing/2014/main" id="{68365654-DE9C-6902-5EC9-4E9C69F3947F}"/>
                    </a:ext>
                  </a:extLst>
                </p:cNvPr>
                <p:cNvCxnSpPr>
                  <a:stCxn id="2052" idx="3"/>
                  <a:endCxn id="3073" idx="1"/>
                </p:cNvCxnSpPr>
                <p:nvPr/>
              </p:nvCxnSpPr>
              <p:spPr>
                <a:xfrm flipV="1">
                  <a:off x="7294559" y="3695468"/>
                  <a:ext cx="357189" cy="476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Ευθύγραμμο βέλος σύνδεσης 30">
                  <a:extLst>
                    <a:ext uri="{FF2B5EF4-FFF2-40B4-BE49-F238E27FC236}">
                      <a16:creationId xmlns:a16="http://schemas.microsoft.com/office/drawing/2014/main" id="{AB2BAC2E-7DE4-1B35-EE1F-CA3A641067D3}"/>
                    </a:ext>
                  </a:extLst>
                </p:cNvPr>
                <p:cNvCxnSpPr>
                  <a:stCxn id="3073" idx="3"/>
                  <a:endCxn id="2054" idx="1"/>
                </p:cNvCxnSpPr>
                <p:nvPr/>
              </p:nvCxnSpPr>
              <p:spPr>
                <a:xfrm>
                  <a:off x="9118598" y="3695468"/>
                  <a:ext cx="35718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5" name="Γραμμή σύνδεσης: Γωνιώδης 2054">
                  <a:extLst>
                    <a:ext uri="{FF2B5EF4-FFF2-40B4-BE49-F238E27FC236}">
                      <a16:creationId xmlns:a16="http://schemas.microsoft.com/office/drawing/2014/main" id="{2069F856-BF5A-F0DF-C92D-373A162B03AB}"/>
                    </a:ext>
                  </a:extLst>
                </p:cNvPr>
                <p:cNvCxnSpPr>
                  <a:stCxn id="3074" idx="3"/>
                  <a:endCxn id="2054" idx="1"/>
                </p:cNvCxnSpPr>
                <p:nvPr/>
              </p:nvCxnSpPr>
              <p:spPr>
                <a:xfrm>
                  <a:off x="9118598" y="2440666"/>
                  <a:ext cx="357189" cy="1254802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7" name="Γραμμή σύνδεσης: Γωνιώδης 2056">
                  <a:extLst>
                    <a:ext uri="{FF2B5EF4-FFF2-40B4-BE49-F238E27FC236}">
                      <a16:creationId xmlns:a16="http://schemas.microsoft.com/office/drawing/2014/main" id="{EDD89FA5-71E8-CEBF-93B3-D9DAE771D1AB}"/>
                    </a:ext>
                  </a:extLst>
                </p:cNvPr>
                <p:cNvCxnSpPr>
                  <a:stCxn id="3075" idx="3"/>
                  <a:endCxn id="2054" idx="1"/>
                </p:cNvCxnSpPr>
                <p:nvPr/>
              </p:nvCxnSpPr>
              <p:spPr>
                <a:xfrm flipV="1">
                  <a:off x="9145915" y="3695468"/>
                  <a:ext cx="329872" cy="1259565"/>
                </a:xfrm>
                <a:prstGeom prst="bentConnector3">
                  <a:avLst>
                    <a:gd name="adj1" fmla="val 47385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53" name="Ομάδα 2052">
                <a:extLst>
                  <a:ext uri="{FF2B5EF4-FFF2-40B4-BE49-F238E27FC236}">
                    <a16:creationId xmlns:a16="http://schemas.microsoft.com/office/drawing/2014/main" id="{8B1E9972-8B68-70E4-F5A6-91D289D1734B}"/>
                  </a:ext>
                </a:extLst>
              </p:cNvPr>
              <p:cNvGrpSpPr/>
              <p:nvPr/>
            </p:nvGrpSpPr>
            <p:grpSpPr>
              <a:xfrm>
                <a:off x="651538" y="2353722"/>
                <a:ext cx="7340462" cy="1939022"/>
                <a:chOff x="115091" y="2207418"/>
                <a:chExt cx="11903870" cy="3126583"/>
              </a:xfrm>
            </p:grpSpPr>
            <p:pic>
              <p:nvPicPr>
                <p:cNvPr id="8" name="Picture 3">
                  <a:extLst>
                    <a:ext uri="{FF2B5EF4-FFF2-40B4-BE49-F238E27FC236}">
                      <a16:creationId xmlns:a16="http://schemas.microsoft.com/office/drawing/2014/main" id="{80933961-B55E-6035-E3D9-0031D02745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5091" y="3050381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" name="Picture 4">
                  <a:extLst>
                    <a:ext uri="{FF2B5EF4-FFF2-40B4-BE49-F238E27FC236}">
                      <a16:creationId xmlns:a16="http://schemas.microsoft.com/office/drawing/2014/main" id="{B04D1D4E-AEE0-5A21-12D9-50CFD6BB61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984374" y="2712244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" name="Picture 5">
                  <a:extLst>
                    <a:ext uri="{FF2B5EF4-FFF2-40B4-BE49-F238E27FC236}">
                      <a16:creationId xmlns:a16="http://schemas.microsoft.com/office/drawing/2014/main" id="{127A7BD4-2EAA-E006-338C-0FE7FDFA44C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808410" y="3050381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5" name="Picture 8">
                  <a:extLst>
                    <a:ext uri="{FF2B5EF4-FFF2-40B4-BE49-F238E27FC236}">
                      <a16:creationId xmlns:a16="http://schemas.microsoft.com/office/drawing/2014/main" id="{70147C01-E3A4-88DB-2F68-7A2C65753C9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203954" y="220741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6" name="Picture 9">
                  <a:extLst>
                    <a:ext uri="{FF2B5EF4-FFF2-40B4-BE49-F238E27FC236}">
                      <a16:creationId xmlns:a16="http://schemas.microsoft.com/office/drawing/2014/main" id="{1E1FFEAB-0C34-30E3-8075-DFAB1E28E5C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199186" y="3429000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7" name="Picture 10">
                  <a:extLst>
                    <a:ext uri="{FF2B5EF4-FFF2-40B4-BE49-F238E27FC236}">
                      <a16:creationId xmlns:a16="http://schemas.microsoft.com/office/drawing/2014/main" id="{2AE630A5-06A2-E0D2-96C4-404F532FC35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23222" y="3762375"/>
                  <a:ext cx="1457325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11">
                  <a:extLst>
                    <a:ext uri="{FF2B5EF4-FFF2-40B4-BE49-F238E27FC236}">
                      <a16:creationId xmlns:a16="http://schemas.microsoft.com/office/drawing/2014/main" id="{9CB1E296-C01A-81F8-B43B-DDC21C81B2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0561636" y="3098007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9" name="Ευθύγραμμο βέλος σύνδεσης 18">
                  <a:extLst>
                    <a:ext uri="{FF2B5EF4-FFF2-40B4-BE49-F238E27FC236}">
                      <a16:creationId xmlns:a16="http://schemas.microsoft.com/office/drawing/2014/main" id="{DBCB4344-3108-4297-49D3-616E1190BCD1}"/>
                    </a:ext>
                  </a:extLst>
                </p:cNvPr>
                <p:cNvCxnSpPr>
                  <a:stCxn id="8" idx="3"/>
                  <a:endCxn id="9" idx="1"/>
                </p:cNvCxnSpPr>
                <p:nvPr/>
              </p:nvCxnSpPr>
              <p:spPr>
                <a:xfrm>
                  <a:off x="1581941" y="3550444"/>
                  <a:ext cx="40243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Ευθύγραμμο βέλος σύνδεσης 19">
                  <a:extLst>
                    <a:ext uri="{FF2B5EF4-FFF2-40B4-BE49-F238E27FC236}">
                      <a16:creationId xmlns:a16="http://schemas.microsoft.com/office/drawing/2014/main" id="{D49560BD-58C4-1BD4-7C5F-4299DCAB8C68}"/>
                    </a:ext>
                  </a:extLst>
                </p:cNvPr>
                <p:cNvCxnSpPr>
                  <a:stCxn id="9" idx="3"/>
                  <a:endCxn id="13" idx="1"/>
                </p:cNvCxnSpPr>
                <p:nvPr/>
              </p:nvCxnSpPr>
              <p:spPr>
                <a:xfrm>
                  <a:off x="3441699" y="3550444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Γραμμή σύνδεσης: Γωνιώδης 20">
                  <a:extLst>
                    <a:ext uri="{FF2B5EF4-FFF2-40B4-BE49-F238E27FC236}">
                      <a16:creationId xmlns:a16="http://schemas.microsoft.com/office/drawing/2014/main" id="{28A60DD8-6723-2D51-28C7-95D58D2B036D}"/>
                    </a:ext>
                  </a:extLst>
                </p:cNvPr>
                <p:cNvCxnSpPr>
                  <a:stCxn id="13" idx="3"/>
                  <a:endCxn id="15" idx="1"/>
                </p:cNvCxnSpPr>
                <p:nvPr/>
              </p:nvCxnSpPr>
              <p:spPr>
                <a:xfrm flipV="1">
                  <a:off x="5265735" y="2712243"/>
                  <a:ext cx="938219" cy="838201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3" name="Picture 6">
                  <a:extLst>
                    <a:ext uri="{FF2B5EF4-FFF2-40B4-BE49-F238E27FC236}">
                      <a16:creationId xmlns:a16="http://schemas.microsoft.com/office/drawing/2014/main" id="{98058AE0-836C-C0D7-E7B7-0B73C6CE21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2478881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5" name="Γραμμή σύνδεσης: Γωνιώδης 24">
                  <a:extLst>
                    <a:ext uri="{FF2B5EF4-FFF2-40B4-BE49-F238E27FC236}">
                      <a16:creationId xmlns:a16="http://schemas.microsoft.com/office/drawing/2014/main" id="{0AAF873D-7CDF-3C3D-C08C-D0E0DDB3E57E}"/>
                    </a:ext>
                  </a:extLst>
                </p:cNvPr>
                <p:cNvCxnSpPr>
                  <a:stCxn id="13" idx="3"/>
                  <a:endCxn id="16" idx="1"/>
                </p:cNvCxnSpPr>
                <p:nvPr/>
              </p:nvCxnSpPr>
              <p:spPr>
                <a:xfrm>
                  <a:off x="5265735" y="3550444"/>
                  <a:ext cx="933451" cy="716756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6" name="Picture 7">
                  <a:extLst>
                    <a:ext uri="{FF2B5EF4-FFF2-40B4-BE49-F238E27FC236}">
                      <a16:creationId xmlns:a16="http://schemas.microsoft.com/office/drawing/2014/main" id="{E8092336-6396-B533-516C-CE59D776C3D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4033838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7" name="Ευθύγραμμο βέλος σύνδεσης 26">
                  <a:extLst>
                    <a:ext uri="{FF2B5EF4-FFF2-40B4-BE49-F238E27FC236}">
                      <a16:creationId xmlns:a16="http://schemas.microsoft.com/office/drawing/2014/main" id="{40A5C32B-E25C-98FB-0886-645A22B8E40F}"/>
                    </a:ext>
                  </a:extLst>
                </p:cNvPr>
                <p:cNvCxnSpPr>
                  <a:stCxn id="16" idx="3"/>
                  <a:endCxn id="17" idx="1"/>
                </p:cNvCxnSpPr>
                <p:nvPr/>
              </p:nvCxnSpPr>
              <p:spPr>
                <a:xfrm>
                  <a:off x="7656511" y="4267200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Γραμμή σύνδεσης: Γωνιώδης 28">
                  <a:extLst>
                    <a:ext uri="{FF2B5EF4-FFF2-40B4-BE49-F238E27FC236}">
                      <a16:creationId xmlns:a16="http://schemas.microsoft.com/office/drawing/2014/main" id="{6203E083-CD4B-2C3F-B905-4DEAB5C379D4}"/>
                    </a:ext>
                  </a:extLst>
                </p:cNvPr>
                <p:cNvCxnSpPr>
                  <a:stCxn id="17" idx="3"/>
                  <a:endCxn id="18" idx="1"/>
                </p:cNvCxnSpPr>
                <p:nvPr/>
              </p:nvCxnSpPr>
              <p:spPr>
                <a:xfrm flipV="1">
                  <a:off x="9480547" y="3598070"/>
                  <a:ext cx="1081089" cy="669130"/>
                </a:xfrm>
                <a:prstGeom prst="bentConnector3">
                  <a:avLst>
                    <a:gd name="adj1" fmla="val 50001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Γραμμή σύνδεσης: Γωνιώδης 29">
                  <a:extLst>
                    <a:ext uri="{FF2B5EF4-FFF2-40B4-BE49-F238E27FC236}">
                      <a16:creationId xmlns:a16="http://schemas.microsoft.com/office/drawing/2014/main" id="{8AB34086-280C-4B25-43AC-EF2D945C9042}"/>
                    </a:ext>
                  </a:extLst>
                </p:cNvPr>
                <p:cNvCxnSpPr>
                  <a:cxnSpLocks/>
                  <a:stCxn id="17" idx="3"/>
                  <a:endCxn id="2051" idx="1"/>
                </p:cNvCxnSpPr>
                <p:nvPr/>
              </p:nvCxnSpPr>
              <p:spPr>
                <a:xfrm>
                  <a:off x="9480546" y="4267200"/>
                  <a:ext cx="1081090" cy="787838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048" name="Picture 6">
                  <a:extLst>
                    <a:ext uri="{FF2B5EF4-FFF2-40B4-BE49-F238E27FC236}">
                      <a16:creationId xmlns:a16="http://schemas.microsoft.com/office/drawing/2014/main" id="{EBAFACF5-E754-6378-7FB3-A2074F1CD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3354887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49" name="Picture 7">
                  <a:extLst>
                    <a:ext uri="{FF2B5EF4-FFF2-40B4-BE49-F238E27FC236}">
                      <a16:creationId xmlns:a16="http://schemas.microsoft.com/office/drawing/2014/main" id="{AC5C8E89-3211-A481-6A4D-8D9557CDB94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4867276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2058" name="Γραμμή σύνδεσης: Γωνιώδης 2057">
                <a:extLst>
                  <a:ext uri="{FF2B5EF4-FFF2-40B4-BE49-F238E27FC236}">
                    <a16:creationId xmlns:a16="http://schemas.microsoft.com/office/drawing/2014/main" id="{CB2E6C05-F586-91DF-B5C3-40CA1EC50958}"/>
                  </a:ext>
                </a:extLst>
              </p:cNvPr>
              <p:cNvCxnSpPr>
                <a:stCxn id="2054" idx="2"/>
                <a:endCxn id="13" idx="2"/>
              </p:cNvCxnSpPr>
              <p:nvPr/>
            </p:nvCxnSpPr>
            <p:spPr>
              <a:xfrm rot="5400000" flipH="1">
                <a:off x="6576447" y="298640"/>
                <a:ext cx="1127372" cy="7523603"/>
              </a:xfrm>
              <a:prstGeom prst="bentConnector3">
                <a:avLst>
                  <a:gd name="adj1" fmla="val -73809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066" name="Picture 1">
              <a:extLst>
                <a:ext uri="{FF2B5EF4-FFF2-40B4-BE49-F238E27FC236}">
                  <a16:creationId xmlns:a16="http://schemas.microsoft.com/office/drawing/2014/main" id="{E2C5B9AA-18B6-B011-4744-7CB8933EEA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13217" y="5556428"/>
              <a:ext cx="1180985" cy="4652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415649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603E5-440C-8B92-B41B-46F504E43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D1FA1A8-2ADE-5679-787B-F7D046B2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E9E1CE16-7AEA-670C-ED01-9982A531C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300" y="299709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C87C964E-39FC-8497-F4FA-44B0D5390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566" y="2997095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F10FA98-8A5B-996A-315C-8A94918A3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99" y="2997095"/>
            <a:ext cx="26765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563A7A6C-9611-8AE3-D1D5-6143B8AD8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939" y="2997095"/>
            <a:ext cx="26765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Ευθύγραμμο βέλος σύνδεσης 4">
            <a:extLst>
              <a:ext uri="{FF2B5EF4-FFF2-40B4-BE49-F238E27FC236}">
                <a16:creationId xmlns:a16="http://schemas.microsoft.com/office/drawing/2014/main" id="{C776DE37-BD8F-A7A3-2359-0DBFBB97B71C}"/>
              </a:ext>
            </a:extLst>
          </p:cNvPr>
          <p:cNvCxnSpPr>
            <a:stCxn id="2049" idx="3"/>
          </p:cNvCxnSpPr>
          <p:nvPr/>
        </p:nvCxnSpPr>
        <p:spPr>
          <a:xfrm>
            <a:off x="2341625" y="3501920"/>
            <a:ext cx="1709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Ευθύγραμμο βέλος σύνδεσης 6">
            <a:extLst>
              <a:ext uri="{FF2B5EF4-FFF2-40B4-BE49-F238E27FC236}">
                <a16:creationId xmlns:a16="http://schemas.microsoft.com/office/drawing/2014/main" id="{1E3FBFDD-8D4D-B45D-1799-0260A8BBD933}"/>
              </a:ext>
            </a:extLst>
          </p:cNvPr>
          <p:cNvCxnSpPr>
            <a:endCxn id="2051" idx="1"/>
          </p:cNvCxnSpPr>
          <p:nvPr/>
        </p:nvCxnSpPr>
        <p:spPr>
          <a:xfrm>
            <a:off x="3979451" y="3501920"/>
            <a:ext cx="1651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Ευθύγραμμο βέλος σύνδεσης 8">
            <a:extLst>
              <a:ext uri="{FF2B5EF4-FFF2-40B4-BE49-F238E27FC236}">
                <a16:creationId xmlns:a16="http://schemas.microsoft.com/office/drawing/2014/main" id="{2C09B466-1DE7-DBF4-2EF5-D6CE264EA483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>
            <a:off x="5611416" y="3501920"/>
            <a:ext cx="2138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Ευθύγραμμο βέλος σύνδεσης 11">
            <a:extLst>
              <a:ext uri="{FF2B5EF4-FFF2-40B4-BE49-F238E27FC236}">
                <a16:creationId xmlns:a16="http://schemas.microsoft.com/office/drawing/2014/main" id="{BC50FD2D-AA09-8ECE-F453-EEB262374D2E}"/>
              </a:ext>
            </a:extLst>
          </p:cNvPr>
          <p:cNvCxnSpPr>
            <a:stCxn id="2052" idx="3"/>
            <a:endCxn id="2053" idx="1"/>
          </p:cNvCxnSpPr>
          <p:nvPr/>
        </p:nvCxnSpPr>
        <p:spPr>
          <a:xfrm>
            <a:off x="8501824" y="3501920"/>
            <a:ext cx="1651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1">
            <a:extLst>
              <a:ext uri="{FF2B5EF4-FFF2-40B4-BE49-F238E27FC236}">
                <a16:creationId xmlns:a16="http://schemas.microsoft.com/office/drawing/2014/main" id="{4120F3BF-43A5-CF22-6BAE-042B933F5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740" y="299709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DFE564F-4868-20BA-CA40-01695B976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1073" y="1621332"/>
            <a:ext cx="170497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2D83E985-701C-836E-0AF3-E669A20774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4442214"/>
            <a:ext cx="2676525" cy="1683560"/>
          </a:xfrm>
          <a:prstGeom prst="rect">
            <a:avLst/>
          </a:prstGeom>
        </p:spPr>
      </p:pic>
      <p:pic>
        <p:nvPicPr>
          <p:cNvPr id="10" name="Εικόνα 9">
            <a:extLst>
              <a:ext uri="{FF2B5EF4-FFF2-40B4-BE49-F238E27FC236}">
                <a16:creationId xmlns:a16="http://schemas.microsoft.com/office/drawing/2014/main" id="{D896033C-04D2-956E-5857-F09BEF8F78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1" y="4442214"/>
            <a:ext cx="2676524" cy="1683560"/>
          </a:xfrm>
          <a:prstGeom prst="rect">
            <a:avLst/>
          </a:prstGeom>
        </p:spPr>
      </p:pic>
      <p:pic>
        <p:nvPicPr>
          <p:cNvPr id="13" name="Εικόνα 12">
            <a:extLst>
              <a:ext uri="{FF2B5EF4-FFF2-40B4-BE49-F238E27FC236}">
                <a16:creationId xmlns:a16="http://schemas.microsoft.com/office/drawing/2014/main" id="{9BDC7830-B6DE-7754-07F3-F5B8E8346D4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4442214"/>
            <a:ext cx="2676525" cy="1683560"/>
          </a:xfrm>
          <a:prstGeom prst="rect">
            <a:avLst/>
          </a:prstGeom>
        </p:spPr>
      </p:pic>
      <p:pic>
        <p:nvPicPr>
          <p:cNvPr id="16" name="dstar_simulation (online-video-cutter.com) (online-video-cutter.com)">
            <a:hlinkClick r:id="" action="ppaction://media"/>
            <a:extLst>
              <a:ext uri="{FF2B5EF4-FFF2-40B4-BE49-F238E27FC236}">
                <a16:creationId xmlns:a16="http://schemas.microsoft.com/office/drawing/2014/main" id="{B7514E12-DD6B-BD1C-7FBC-EDAAD2FF0E2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144000" y="4442214"/>
            <a:ext cx="2893646" cy="3706063"/>
          </a:xfrm>
          <a:prstGeom prst="rect">
            <a:avLst/>
          </a:prstGeom>
        </p:spPr>
      </p:pic>
      <p:cxnSp>
        <p:nvCxnSpPr>
          <p:cNvPr id="15" name="Γραμμή σύνδεσης: Γωνιώδης 14">
            <a:extLst>
              <a:ext uri="{FF2B5EF4-FFF2-40B4-BE49-F238E27FC236}">
                <a16:creationId xmlns:a16="http://schemas.microsoft.com/office/drawing/2014/main" id="{A8B78F70-E277-E8B8-C35A-E9685D247CBD}"/>
              </a:ext>
            </a:extLst>
          </p:cNvPr>
          <p:cNvCxnSpPr>
            <a:stCxn id="2053" idx="0"/>
            <a:endCxn id="1026" idx="3"/>
          </p:cNvCxnSpPr>
          <p:nvPr/>
        </p:nvCxnSpPr>
        <p:spPr>
          <a:xfrm rot="16200000" flipV="1">
            <a:off x="8575156" y="1567049"/>
            <a:ext cx="870938" cy="198915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B085DEBB-C4A6-8DB3-B179-403A74BF8DDB}"/>
              </a:ext>
            </a:extLst>
          </p:cNvPr>
          <p:cNvCxnSpPr>
            <a:stCxn id="1026" idx="1"/>
            <a:endCxn id="2051" idx="0"/>
          </p:cNvCxnSpPr>
          <p:nvPr/>
        </p:nvCxnSpPr>
        <p:spPr>
          <a:xfrm rot="10800000" flipV="1">
            <a:off x="4877991" y="2126157"/>
            <a:ext cx="1433082" cy="8709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275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3" dur="15534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64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CEF0C3-7645-A833-5FE5-E3540AF5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25302668-7B50-8741-DE04-F3D2C0164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F87E1E87-CA36-5FBE-71C6-16043E6AB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58" y="3429000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31B207C-CE36-D5F7-6ADF-9ED4BB377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037" y="342773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70AF92E0-5CA0-28D4-80B4-1B8D79637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2053114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332C511-E203-FCD6-0DB4-14F8A3C03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3427730"/>
            <a:ext cx="1847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E788E140-340A-8A95-7AEB-9C6D78814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3" y="4799806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A926823-9F83-2625-346A-532C82ED4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50" name="Ευθύγραμμο βέλος σύνδεσης 2049">
            <a:extLst>
              <a:ext uri="{FF2B5EF4-FFF2-40B4-BE49-F238E27FC236}">
                <a16:creationId xmlns:a16="http://schemas.microsoft.com/office/drawing/2014/main" id="{D853C393-2597-89FF-8E0E-2308CC7EBF7A}"/>
              </a:ext>
            </a:extLst>
          </p:cNvPr>
          <p:cNvCxnSpPr>
            <a:stCxn id="1025" idx="3"/>
            <a:endCxn id="1026" idx="1"/>
          </p:cNvCxnSpPr>
          <p:nvPr/>
        </p:nvCxnSpPr>
        <p:spPr>
          <a:xfrm flipV="1">
            <a:off x="1938083" y="3932555"/>
            <a:ext cx="1028954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59" name="Ευθύγραμμο βέλος σύνδεσης 2058">
            <a:extLst>
              <a:ext uri="{FF2B5EF4-FFF2-40B4-BE49-F238E27FC236}">
                <a16:creationId xmlns:a16="http://schemas.microsoft.com/office/drawing/2014/main" id="{6157C911-433F-F694-F649-1CA3379DA488}"/>
              </a:ext>
            </a:extLst>
          </p:cNvPr>
          <p:cNvCxnSpPr>
            <a:stCxn id="1026" idx="3"/>
            <a:endCxn id="1028" idx="1"/>
          </p:cNvCxnSpPr>
          <p:nvPr/>
        </p:nvCxnSpPr>
        <p:spPr>
          <a:xfrm>
            <a:off x="5538787" y="3932555"/>
            <a:ext cx="8764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1" name="Ευθύγραμμο βέλος σύνδεσης 2060">
            <a:extLst>
              <a:ext uri="{FF2B5EF4-FFF2-40B4-BE49-F238E27FC236}">
                <a16:creationId xmlns:a16="http://schemas.microsoft.com/office/drawing/2014/main" id="{99EB93F2-7648-2CBB-4F9F-5836750572A0}"/>
              </a:ext>
            </a:extLst>
          </p:cNvPr>
          <p:cNvCxnSpPr>
            <a:stCxn id="1028" idx="3"/>
            <a:endCxn id="1030" idx="1"/>
          </p:cNvCxnSpPr>
          <p:nvPr/>
        </p:nvCxnSpPr>
        <p:spPr>
          <a:xfrm>
            <a:off x="8263064" y="3932555"/>
            <a:ext cx="876428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402E26B4-05F5-D8B5-AB64-AAA49D39AF08}"/>
              </a:ext>
            </a:extLst>
          </p:cNvPr>
          <p:cNvCxnSpPr>
            <a:stCxn id="1026" idx="3"/>
            <a:endCxn id="1027" idx="1"/>
          </p:cNvCxnSpPr>
          <p:nvPr/>
        </p:nvCxnSpPr>
        <p:spPr>
          <a:xfrm flipV="1">
            <a:off x="5538787" y="2557939"/>
            <a:ext cx="876427" cy="13746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8" name="Γραμμή σύνδεσης: Γωνιώδης 2067">
            <a:extLst>
              <a:ext uri="{FF2B5EF4-FFF2-40B4-BE49-F238E27FC236}">
                <a16:creationId xmlns:a16="http://schemas.microsoft.com/office/drawing/2014/main" id="{11625D5B-4FF7-49C5-EF2B-E8D74A56700D}"/>
              </a:ext>
            </a:extLst>
          </p:cNvPr>
          <p:cNvCxnSpPr>
            <a:stCxn id="1026" idx="3"/>
            <a:endCxn id="1029" idx="1"/>
          </p:cNvCxnSpPr>
          <p:nvPr/>
        </p:nvCxnSpPr>
        <p:spPr>
          <a:xfrm>
            <a:off x="5538787" y="3932555"/>
            <a:ext cx="876426" cy="13673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0" name="Γραμμή σύνδεσης: Γωνιώδης 2069">
            <a:extLst>
              <a:ext uri="{FF2B5EF4-FFF2-40B4-BE49-F238E27FC236}">
                <a16:creationId xmlns:a16="http://schemas.microsoft.com/office/drawing/2014/main" id="{710D97EF-B178-894A-5D9C-CFE99038DD1E}"/>
              </a:ext>
            </a:extLst>
          </p:cNvPr>
          <p:cNvCxnSpPr>
            <a:stCxn id="1027" idx="3"/>
            <a:endCxn id="1030" idx="1"/>
          </p:cNvCxnSpPr>
          <p:nvPr/>
        </p:nvCxnSpPr>
        <p:spPr>
          <a:xfrm>
            <a:off x="8253539" y="2557939"/>
            <a:ext cx="885953" cy="13758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2" name="Γραμμή σύνδεσης: Γωνιώδης 2071">
            <a:extLst>
              <a:ext uri="{FF2B5EF4-FFF2-40B4-BE49-F238E27FC236}">
                <a16:creationId xmlns:a16="http://schemas.microsoft.com/office/drawing/2014/main" id="{4869C959-2048-74EA-94CF-72AE8E164267}"/>
              </a:ext>
            </a:extLst>
          </p:cNvPr>
          <p:cNvCxnSpPr>
            <a:stCxn id="1029" idx="3"/>
            <a:endCxn id="1030" idx="1"/>
          </p:cNvCxnSpPr>
          <p:nvPr/>
        </p:nvCxnSpPr>
        <p:spPr>
          <a:xfrm flipV="1">
            <a:off x="8253538" y="3933825"/>
            <a:ext cx="885954" cy="13660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4" name="Ευθύγραμμο βέλος σύνδεσης 2073">
            <a:extLst>
              <a:ext uri="{FF2B5EF4-FFF2-40B4-BE49-F238E27FC236}">
                <a16:creationId xmlns:a16="http://schemas.microsoft.com/office/drawing/2014/main" id="{BDA4C68F-C26B-CE13-8C26-5F96AB231972}"/>
              </a:ext>
            </a:extLst>
          </p:cNvPr>
          <p:cNvCxnSpPr>
            <a:stCxn id="1030" idx="3"/>
          </p:cNvCxnSpPr>
          <p:nvPr/>
        </p:nvCxnSpPr>
        <p:spPr>
          <a:xfrm flipV="1">
            <a:off x="11711242" y="3932555"/>
            <a:ext cx="386270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5" name="TextBox 2074">
            <a:extLst>
              <a:ext uri="{FF2B5EF4-FFF2-40B4-BE49-F238E27FC236}">
                <a16:creationId xmlns:a16="http://schemas.microsoft.com/office/drawing/2014/main" id="{BF469FBE-DF8B-9803-C812-616DC68DF571}"/>
              </a:ext>
            </a:extLst>
          </p:cNvPr>
          <p:cNvSpPr txBox="1"/>
          <p:nvPr/>
        </p:nvSpPr>
        <p:spPr>
          <a:xfrm>
            <a:off x="480758" y="4799806"/>
            <a:ext cx="490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rhs</a:t>
            </a:r>
            <a:r>
              <a:rPr lang="en-US" dirty="0"/>
              <a:t>(s) = </a:t>
            </a:r>
            <a:r>
              <a:rPr lang="el-GR" dirty="0"/>
              <a:t>κόστος κόμβου, άμεσα μεταβαλλόμενο από τις αλλαγές</a:t>
            </a:r>
          </a:p>
        </p:txBody>
      </p:sp>
    </p:spTree>
    <p:extLst>
      <p:ext uri="{BB962C8B-B14F-4D97-AF65-F5344CB8AC3E}">
        <p14:creationId xmlns:p14="http://schemas.microsoft.com/office/powerpoint/2010/main" val="3712259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F15F6B-19EB-7DEE-F038-2982CF507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733F466-46DB-E1BD-D377-C13EDF2D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47C2806-469C-D1A5-5878-F8EC8619E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01169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1.11111E-6 L -0.75013 -1.11111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51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D3E3FF-4F5B-67E4-846A-1EE4CDA1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6" name="Γραμμή σύνδεσης: Γωνιώδης 2065">
            <a:extLst>
              <a:ext uri="{FF2B5EF4-FFF2-40B4-BE49-F238E27FC236}">
                <a16:creationId xmlns:a16="http://schemas.microsoft.com/office/drawing/2014/main" id="{AE985968-5AC5-1153-E81E-47DC68316DE5}"/>
              </a:ext>
            </a:extLst>
          </p:cNvPr>
          <p:cNvCxnSpPr>
            <a:stCxn id="2055" idx="2"/>
            <a:endCxn id="1030" idx="2"/>
          </p:cNvCxnSpPr>
          <p:nvPr/>
        </p:nvCxnSpPr>
        <p:spPr>
          <a:xfrm rot="5400000">
            <a:off x="6293835" y="-569309"/>
            <a:ext cx="12700" cy="10015919"/>
          </a:xfrm>
          <a:prstGeom prst="bentConnector3">
            <a:avLst>
              <a:gd name="adj1" fmla="val 1509230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D517F966-54BB-C43F-7307-86728F91438D}"/>
              </a:ext>
            </a:extLst>
          </p:cNvPr>
          <p:cNvCxnSpPr>
            <a:stCxn id="2054" idx="2"/>
            <a:endCxn id="1030" idx="2"/>
          </p:cNvCxnSpPr>
          <p:nvPr/>
        </p:nvCxnSpPr>
        <p:spPr>
          <a:xfrm rot="5400000">
            <a:off x="5606845" y="-1256300"/>
            <a:ext cx="1373981" cy="10015919"/>
          </a:xfrm>
          <a:prstGeom prst="bentConnector3">
            <a:avLst>
              <a:gd name="adj1" fmla="val 23877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Τίτλος 3">
            <a:extLst>
              <a:ext uri="{FF2B5EF4-FFF2-40B4-BE49-F238E27FC236}">
                <a16:creationId xmlns:a16="http://schemas.microsoft.com/office/drawing/2014/main" id="{840866C9-761C-1482-9E2B-76DF37C30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54B8B7C-3A1E-1471-ED0C-1C599C04F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>
            <a:extLst>
              <a:ext uri="{FF2B5EF4-FFF2-40B4-BE49-F238E27FC236}">
                <a16:creationId xmlns:a16="http://schemas.microsoft.com/office/drawing/2014/main" id="{45EED285-BCD6-1087-9865-DA756B1C1C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6CBFEAF-317D-0E43-ECEC-8270EC6C4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1F232C58-5233-F6A2-BFE9-F27223E09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4802981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9B9D7A2-3D0D-F024-2543-08E20D207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4603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16A15E44-1E77-3F0A-9C37-9EDC384A6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3617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6D63CF7-FBEC-429F-7AD8-6755E133E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5" name="Picture 7">
            <a:extLst>
              <a:ext uri="{FF2B5EF4-FFF2-40B4-BE49-F238E27FC236}">
                <a16:creationId xmlns:a16="http://schemas.microsoft.com/office/drawing/2014/main" id="{D5CA14E5-007F-B525-A4EE-476E96A0A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31EDC4D7-532C-798D-062D-1E72DE8B7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4802980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Ευθύγραμμο βέλος σύνδεσης 2">
            <a:extLst>
              <a:ext uri="{FF2B5EF4-FFF2-40B4-BE49-F238E27FC236}">
                <a16:creationId xmlns:a16="http://schemas.microsoft.com/office/drawing/2014/main" id="{7021A8AF-1D8B-093E-C76C-910C481F9E4F}"/>
              </a:ext>
            </a:extLst>
          </p:cNvPr>
          <p:cNvCxnSpPr>
            <a:stCxn id="1030" idx="3"/>
            <a:endCxn id="2050" idx="1"/>
          </p:cNvCxnSpPr>
          <p:nvPr/>
        </p:nvCxnSpPr>
        <p:spPr>
          <a:xfrm>
            <a:off x="2571750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Ευθύγραμμο βέλος σύνδεσης 5">
            <a:extLst>
              <a:ext uri="{FF2B5EF4-FFF2-40B4-BE49-F238E27FC236}">
                <a16:creationId xmlns:a16="http://schemas.microsoft.com/office/drawing/2014/main" id="{CB93CD08-E73F-E540-183C-A245DA1D044B}"/>
              </a:ext>
            </a:extLst>
          </p:cNvPr>
          <p:cNvCxnSpPr>
            <a:stCxn id="2050" idx="3"/>
            <a:endCxn id="2052" idx="1"/>
          </p:cNvCxnSpPr>
          <p:nvPr/>
        </p:nvCxnSpPr>
        <p:spPr>
          <a:xfrm>
            <a:off x="4617339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Γραμμή σύνδεσης: Γωνιώδης 7">
            <a:extLst>
              <a:ext uri="{FF2B5EF4-FFF2-40B4-BE49-F238E27FC236}">
                <a16:creationId xmlns:a16="http://schemas.microsoft.com/office/drawing/2014/main" id="{66DD1AA3-8130-4AE6-7313-249FFAE6C6E4}"/>
              </a:ext>
            </a:extLst>
          </p:cNvPr>
          <p:cNvCxnSpPr>
            <a:stCxn id="1030" idx="3"/>
            <a:endCxn id="2049" idx="1"/>
          </p:cNvCxnSpPr>
          <p:nvPr/>
        </p:nvCxnSpPr>
        <p:spPr>
          <a:xfrm flipV="1">
            <a:off x="2571750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Γραμμή σύνδεσης: Γωνιώδης 9">
            <a:extLst>
              <a:ext uri="{FF2B5EF4-FFF2-40B4-BE49-F238E27FC236}">
                <a16:creationId xmlns:a16="http://schemas.microsoft.com/office/drawing/2014/main" id="{6FFBD32C-617E-3EE7-D461-75B67A809B3E}"/>
              </a:ext>
            </a:extLst>
          </p:cNvPr>
          <p:cNvCxnSpPr>
            <a:stCxn id="1030" idx="3"/>
            <a:endCxn id="2051" idx="1"/>
          </p:cNvCxnSpPr>
          <p:nvPr/>
        </p:nvCxnSpPr>
        <p:spPr>
          <a:xfrm>
            <a:off x="2571750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Γραμμή σύνδεσης: Γωνιώδης 11">
            <a:extLst>
              <a:ext uri="{FF2B5EF4-FFF2-40B4-BE49-F238E27FC236}">
                <a16:creationId xmlns:a16="http://schemas.microsoft.com/office/drawing/2014/main" id="{1033292C-7B73-87C8-0AB4-7A7219E885D4}"/>
              </a:ext>
            </a:extLst>
          </p:cNvPr>
          <p:cNvCxnSpPr>
            <a:stCxn id="2049" idx="3"/>
            <a:endCxn id="2052" idx="1"/>
          </p:cNvCxnSpPr>
          <p:nvPr/>
        </p:nvCxnSpPr>
        <p:spPr>
          <a:xfrm>
            <a:off x="4617339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Γραμμή σύνδεσης: Γωνιώδης 13">
            <a:extLst>
              <a:ext uri="{FF2B5EF4-FFF2-40B4-BE49-F238E27FC236}">
                <a16:creationId xmlns:a16="http://schemas.microsoft.com/office/drawing/2014/main" id="{0424CA0A-C8E2-6B55-E764-BC2EE23F8A89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 flipV="1">
            <a:off x="4617339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Γραμμή σύνδεσης: Γωνιώδης 15">
            <a:extLst>
              <a:ext uri="{FF2B5EF4-FFF2-40B4-BE49-F238E27FC236}">
                <a16:creationId xmlns:a16="http://schemas.microsoft.com/office/drawing/2014/main" id="{3CCA2A54-BD6D-7C04-A5E7-97A958EB08A2}"/>
              </a:ext>
            </a:extLst>
          </p:cNvPr>
          <p:cNvCxnSpPr>
            <a:stCxn id="2053" idx="3"/>
            <a:endCxn id="2054" idx="1"/>
          </p:cNvCxnSpPr>
          <p:nvPr/>
        </p:nvCxnSpPr>
        <p:spPr>
          <a:xfrm flipV="1">
            <a:off x="10175367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47D998F1-6460-3EC9-4AA1-4033F488038A}"/>
              </a:ext>
            </a:extLst>
          </p:cNvPr>
          <p:cNvCxnSpPr>
            <a:stCxn id="2053" idx="3"/>
            <a:endCxn id="2056" idx="1"/>
          </p:cNvCxnSpPr>
          <p:nvPr/>
        </p:nvCxnSpPr>
        <p:spPr>
          <a:xfrm>
            <a:off x="10175367" y="3933825"/>
            <a:ext cx="207264" cy="13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Ευθύγραμμο βέλος σύνδεσης 19">
            <a:extLst>
              <a:ext uri="{FF2B5EF4-FFF2-40B4-BE49-F238E27FC236}">
                <a16:creationId xmlns:a16="http://schemas.microsoft.com/office/drawing/2014/main" id="{C6AB5AD4-6E52-5143-641A-6FB8F6DFEE66}"/>
              </a:ext>
            </a:extLst>
          </p:cNvPr>
          <p:cNvCxnSpPr>
            <a:stCxn id="2052" idx="3"/>
            <a:endCxn id="2053" idx="1"/>
          </p:cNvCxnSpPr>
          <p:nvPr/>
        </p:nvCxnSpPr>
        <p:spPr>
          <a:xfrm>
            <a:off x="7396353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Ευθύγραμμο βέλος σύνδεσης 21">
            <a:extLst>
              <a:ext uri="{FF2B5EF4-FFF2-40B4-BE49-F238E27FC236}">
                <a16:creationId xmlns:a16="http://schemas.microsoft.com/office/drawing/2014/main" id="{3C241CA0-D38B-981F-E04C-378C67AB0FEB}"/>
              </a:ext>
            </a:extLst>
          </p:cNvPr>
          <p:cNvCxnSpPr>
            <a:stCxn id="2053" idx="3"/>
            <a:endCxn id="2055" idx="1"/>
          </p:cNvCxnSpPr>
          <p:nvPr/>
        </p:nvCxnSpPr>
        <p:spPr>
          <a:xfrm>
            <a:off x="10175367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9" name="Γραμμή σύνδεσης: Γωνιώδης 2068">
            <a:extLst>
              <a:ext uri="{FF2B5EF4-FFF2-40B4-BE49-F238E27FC236}">
                <a16:creationId xmlns:a16="http://schemas.microsoft.com/office/drawing/2014/main" id="{7A93ADE5-A13C-81AB-2407-4FE48F837E21}"/>
              </a:ext>
            </a:extLst>
          </p:cNvPr>
          <p:cNvCxnSpPr>
            <a:stCxn id="2056" idx="2"/>
            <a:endCxn id="1030" idx="2"/>
          </p:cNvCxnSpPr>
          <p:nvPr/>
        </p:nvCxnSpPr>
        <p:spPr>
          <a:xfrm rot="5400000" flipH="1">
            <a:off x="5611607" y="112919"/>
            <a:ext cx="1364455" cy="10015919"/>
          </a:xfrm>
          <a:prstGeom prst="bentConnector3">
            <a:avLst>
              <a:gd name="adj1" fmla="val -3958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71" name="Picture 10">
            <a:extLst>
              <a:ext uri="{FF2B5EF4-FFF2-40B4-BE49-F238E27FC236}">
                <a16:creationId xmlns:a16="http://schemas.microsoft.com/office/drawing/2014/main" id="{C3B6BC5F-6E98-3A41-45EF-617A3992C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665" y="6029011"/>
            <a:ext cx="1571625" cy="61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2" name="TextBox 2071">
            <a:extLst>
              <a:ext uri="{FF2B5EF4-FFF2-40B4-BE49-F238E27FC236}">
                <a16:creationId xmlns:a16="http://schemas.microsoft.com/office/drawing/2014/main" id="{E0E14D87-5941-E685-0EF9-7CF82B8400F3}"/>
              </a:ext>
            </a:extLst>
          </p:cNvPr>
          <p:cNvSpPr txBox="1"/>
          <p:nvPr/>
        </p:nvSpPr>
        <p:spPr>
          <a:xfrm>
            <a:off x="145142" y="2132749"/>
            <a:ext cx="28529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 = </a:t>
            </a:r>
            <a:r>
              <a:rPr lang="el-GR" dirty="0"/>
              <a:t>διατηρεί σειρά προτεραιότητας στην </a:t>
            </a:r>
            <a:r>
              <a:rPr lang="en-US" dirty="0"/>
              <a:t>Open List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66222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2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2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2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F4C96-CD69-F943-4453-E3BD1AF6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8E0A07B-8512-6D2A-FC3B-199547BCB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Ομάδα 26">
            <a:extLst>
              <a:ext uri="{FF2B5EF4-FFF2-40B4-BE49-F238E27FC236}">
                <a16:creationId xmlns:a16="http://schemas.microsoft.com/office/drawing/2014/main" id="{E571F7BC-9E72-12B5-3F23-4AA4E74A840B}"/>
              </a:ext>
            </a:extLst>
          </p:cNvPr>
          <p:cNvGrpSpPr/>
          <p:nvPr/>
        </p:nvGrpSpPr>
        <p:grpSpPr>
          <a:xfrm>
            <a:off x="4572000" y="2025980"/>
            <a:ext cx="7608630" cy="3978088"/>
            <a:chOff x="0" y="2055019"/>
            <a:chExt cx="12220956" cy="4593117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04E4D68E-4372-DC41-0C83-2EDD7F2ED8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066" name="Γραμμή σύνδεσης: Γωνιώδης 2065">
              <a:extLst>
                <a:ext uri="{FF2B5EF4-FFF2-40B4-BE49-F238E27FC236}">
                  <a16:creationId xmlns:a16="http://schemas.microsoft.com/office/drawing/2014/main" id="{2BB85DD4-B07B-0FA8-43B2-408F3D0895E2}"/>
                </a:ext>
              </a:extLst>
            </p:cNvPr>
            <p:cNvCxnSpPr>
              <a:stCxn id="2055" idx="2"/>
              <a:endCxn id="1030" idx="2"/>
            </p:cNvCxnSpPr>
            <p:nvPr/>
          </p:nvCxnSpPr>
          <p:spPr>
            <a:xfrm rot="5400000">
              <a:off x="6293835" y="-569309"/>
              <a:ext cx="12700" cy="10015919"/>
            </a:xfrm>
            <a:prstGeom prst="bentConnector3">
              <a:avLst>
                <a:gd name="adj1" fmla="val 15092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3" name="Γραμμή σύνδεσης: Γωνιώδης 2062">
              <a:extLst>
                <a:ext uri="{FF2B5EF4-FFF2-40B4-BE49-F238E27FC236}">
                  <a16:creationId xmlns:a16="http://schemas.microsoft.com/office/drawing/2014/main" id="{50308297-1B53-D039-62D1-B84651F72670}"/>
                </a:ext>
              </a:extLst>
            </p:cNvPr>
            <p:cNvCxnSpPr>
              <a:stCxn id="2054" idx="2"/>
              <a:endCxn id="1030" idx="2"/>
            </p:cNvCxnSpPr>
            <p:nvPr/>
          </p:nvCxnSpPr>
          <p:spPr>
            <a:xfrm rot="5400000">
              <a:off x="5606845" y="-1256300"/>
              <a:ext cx="1373981" cy="10015919"/>
            </a:xfrm>
            <a:prstGeom prst="bentConnector3">
              <a:avLst>
                <a:gd name="adj1" fmla="val 23877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9" name="Picture 1">
              <a:extLst>
                <a:ext uri="{FF2B5EF4-FFF2-40B4-BE49-F238E27FC236}">
                  <a16:creationId xmlns:a16="http://schemas.microsoft.com/office/drawing/2014/main" id="{1EDB49D0-DBE8-CF7B-7BDC-17B32E1DF3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A6061CDC-8086-D998-52D9-F2B0143C17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>
              <a:extLst>
                <a:ext uri="{FF2B5EF4-FFF2-40B4-BE49-F238E27FC236}">
                  <a16:creationId xmlns:a16="http://schemas.microsoft.com/office/drawing/2014/main" id="{BD09BD1B-4C18-8674-AA9F-569B6D495D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4802981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0D35D8CF-ED50-26EB-C147-6F8CE62753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4603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3" name="Picture 5">
              <a:extLst>
                <a:ext uri="{FF2B5EF4-FFF2-40B4-BE49-F238E27FC236}">
                  <a16:creationId xmlns:a16="http://schemas.microsoft.com/office/drawing/2014/main" id="{76B4D9A7-5C4F-61BE-F4B4-C3973EF4D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03617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146D860E-650A-258F-F204-2EFFDAFE9D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5" name="Picture 7">
              <a:extLst>
                <a:ext uri="{FF2B5EF4-FFF2-40B4-BE49-F238E27FC236}">
                  <a16:creationId xmlns:a16="http://schemas.microsoft.com/office/drawing/2014/main" id="{21C653A6-52BE-06AB-10C8-06ABCCCF27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6D5EB7E1-9160-E2E8-9A83-2620A4C85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4802980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" name="Ευθύγραμμο βέλος σύνδεσης 2">
              <a:extLst>
                <a:ext uri="{FF2B5EF4-FFF2-40B4-BE49-F238E27FC236}">
                  <a16:creationId xmlns:a16="http://schemas.microsoft.com/office/drawing/2014/main" id="{C6816BC7-1D79-D699-BA97-8C26AC34C716}"/>
                </a:ext>
              </a:extLst>
            </p:cNvPr>
            <p:cNvCxnSpPr>
              <a:stCxn id="1030" idx="3"/>
              <a:endCxn id="2050" idx="1"/>
            </p:cNvCxnSpPr>
            <p:nvPr/>
          </p:nvCxnSpPr>
          <p:spPr>
            <a:xfrm>
              <a:off x="2571750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Ευθύγραμμο βέλος σύνδεσης 5">
              <a:extLst>
                <a:ext uri="{FF2B5EF4-FFF2-40B4-BE49-F238E27FC236}">
                  <a16:creationId xmlns:a16="http://schemas.microsoft.com/office/drawing/2014/main" id="{C5CFDABC-0099-0B14-F492-FD7F231ECC38}"/>
                </a:ext>
              </a:extLst>
            </p:cNvPr>
            <p:cNvCxnSpPr>
              <a:stCxn id="2050" idx="3"/>
              <a:endCxn id="2052" idx="1"/>
            </p:cNvCxnSpPr>
            <p:nvPr/>
          </p:nvCxnSpPr>
          <p:spPr>
            <a:xfrm>
              <a:off x="4617339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Γραμμή σύνδεσης: Γωνιώδης 7">
              <a:extLst>
                <a:ext uri="{FF2B5EF4-FFF2-40B4-BE49-F238E27FC236}">
                  <a16:creationId xmlns:a16="http://schemas.microsoft.com/office/drawing/2014/main" id="{F30926A6-8A0C-A874-EBC7-BDA9E7A0C179}"/>
                </a:ext>
              </a:extLst>
            </p:cNvPr>
            <p:cNvCxnSpPr>
              <a:stCxn id="1030" idx="3"/>
              <a:endCxn id="2049" idx="1"/>
            </p:cNvCxnSpPr>
            <p:nvPr/>
          </p:nvCxnSpPr>
          <p:spPr>
            <a:xfrm flipV="1">
              <a:off x="2571750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Γραμμή σύνδεσης: Γωνιώδης 9">
              <a:extLst>
                <a:ext uri="{FF2B5EF4-FFF2-40B4-BE49-F238E27FC236}">
                  <a16:creationId xmlns:a16="http://schemas.microsoft.com/office/drawing/2014/main" id="{C3F93AC0-CF77-47DA-7927-3A8540879676}"/>
                </a:ext>
              </a:extLst>
            </p:cNvPr>
            <p:cNvCxnSpPr>
              <a:stCxn id="1030" idx="3"/>
              <a:endCxn id="2051" idx="1"/>
            </p:cNvCxnSpPr>
            <p:nvPr/>
          </p:nvCxnSpPr>
          <p:spPr>
            <a:xfrm>
              <a:off x="2571750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Γραμμή σύνδεσης: Γωνιώδης 11">
              <a:extLst>
                <a:ext uri="{FF2B5EF4-FFF2-40B4-BE49-F238E27FC236}">
                  <a16:creationId xmlns:a16="http://schemas.microsoft.com/office/drawing/2014/main" id="{EC54CE74-DF96-7E22-2BF6-B72D569244F9}"/>
                </a:ext>
              </a:extLst>
            </p:cNvPr>
            <p:cNvCxnSpPr>
              <a:stCxn id="2049" idx="3"/>
              <a:endCxn id="2052" idx="1"/>
            </p:cNvCxnSpPr>
            <p:nvPr/>
          </p:nvCxnSpPr>
          <p:spPr>
            <a:xfrm>
              <a:off x="4617339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Γραμμή σύνδεσης: Γωνιώδης 13">
              <a:extLst>
                <a:ext uri="{FF2B5EF4-FFF2-40B4-BE49-F238E27FC236}">
                  <a16:creationId xmlns:a16="http://schemas.microsoft.com/office/drawing/2014/main" id="{20162670-B2E9-F520-6B58-784DBC90E454}"/>
                </a:ext>
              </a:extLst>
            </p:cNvPr>
            <p:cNvCxnSpPr>
              <a:stCxn id="2051" idx="3"/>
              <a:endCxn id="2052" idx="1"/>
            </p:cNvCxnSpPr>
            <p:nvPr/>
          </p:nvCxnSpPr>
          <p:spPr>
            <a:xfrm flipV="1">
              <a:off x="4617339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Γραμμή σύνδεσης: Γωνιώδης 15">
              <a:extLst>
                <a:ext uri="{FF2B5EF4-FFF2-40B4-BE49-F238E27FC236}">
                  <a16:creationId xmlns:a16="http://schemas.microsoft.com/office/drawing/2014/main" id="{A662EF4C-7F03-E30F-278C-95A1FF7D11DE}"/>
                </a:ext>
              </a:extLst>
            </p:cNvPr>
            <p:cNvCxnSpPr>
              <a:cxnSpLocks/>
              <a:stCxn id="2053" idx="3"/>
              <a:endCxn id="2054" idx="1"/>
            </p:cNvCxnSpPr>
            <p:nvPr/>
          </p:nvCxnSpPr>
          <p:spPr>
            <a:xfrm flipV="1">
              <a:off x="10175367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Γραμμή σύνδεσης: Γωνιώδης 17">
              <a:extLst>
                <a:ext uri="{FF2B5EF4-FFF2-40B4-BE49-F238E27FC236}">
                  <a16:creationId xmlns:a16="http://schemas.microsoft.com/office/drawing/2014/main" id="{7F185FA6-7B76-00C0-775B-8823939A774D}"/>
                </a:ext>
              </a:extLst>
            </p:cNvPr>
            <p:cNvCxnSpPr>
              <a:stCxn id="2053" idx="3"/>
              <a:endCxn id="2056" idx="1"/>
            </p:cNvCxnSpPr>
            <p:nvPr/>
          </p:nvCxnSpPr>
          <p:spPr>
            <a:xfrm>
              <a:off x="10175367" y="3933825"/>
              <a:ext cx="207264" cy="1369218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Ευθύγραμμο βέλος σύνδεσης 19">
              <a:extLst>
                <a:ext uri="{FF2B5EF4-FFF2-40B4-BE49-F238E27FC236}">
                  <a16:creationId xmlns:a16="http://schemas.microsoft.com/office/drawing/2014/main" id="{704CE632-DADE-ADB9-85CA-F2B2D701D569}"/>
                </a:ext>
              </a:extLst>
            </p:cNvPr>
            <p:cNvCxnSpPr>
              <a:stCxn id="2052" idx="3"/>
              <a:endCxn id="2053" idx="1"/>
            </p:cNvCxnSpPr>
            <p:nvPr/>
          </p:nvCxnSpPr>
          <p:spPr>
            <a:xfrm>
              <a:off x="7396353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Ευθύγραμμο βέλος σύνδεσης 21">
              <a:extLst>
                <a:ext uri="{FF2B5EF4-FFF2-40B4-BE49-F238E27FC236}">
                  <a16:creationId xmlns:a16="http://schemas.microsoft.com/office/drawing/2014/main" id="{622E791C-BA30-EF6F-FDD2-21CB8AF46168}"/>
                </a:ext>
              </a:extLst>
            </p:cNvPr>
            <p:cNvCxnSpPr>
              <a:stCxn id="2053" idx="3"/>
              <a:endCxn id="2055" idx="1"/>
            </p:cNvCxnSpPr>
            <p:nvPr/>
          </p:nvCxnSpPr>
          <p:spPr>
            <a:xfrm>
              <a:off x="10175367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9" name="Γραμμή σύνδεσης: Γωνιώδης 2068">
              <a:extLst>
                <a:ext uri="{FF2B5EF4-FFF2-40B4-BE49-F238E27FC236}">
                  <a16:creationId xmlns:a16="http://schemas.microsoft.com/office/drawing/2014/main" id="{37D828EB-EBF2-999D-917C-EFBB6411AD54}"/>
                </a:ext>
              </a:extLst>
            </p:cNvPr>
            <p:cNvCxnSpPr>
              <a:stCxn id="2056" idx="2"/>
              <a:endCxn id="1030" idx="2"/>
            </p:cNvCxnSpPr>
            <p:nvPr/>
          </p:nvCxnSpPr>
          <p:spPr>
            <a:xfrm rot="5400000" flipH="1">
              <a:off x="5611607" y="112919"/>
              <a:ext cx="1364455" cy="10015919"/>
            </a:xfrm>
            <a:prstGeom prst="bentConnector3">
              <a:avLst>
                <a:gd name="adj1" fmla="val -3958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71" name="Picture 10">
              <a:extLst>
                <a:ext uri="{FF2B5EF4-FFF2-40B4-BE49-F238E27FC236}">
                  <a16:creationId xmlns:a16="http://schemas.microsoft.com/office/drawing/2014/main" id="{03C99E19-ED59-AA68-8175-F5993AB224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24665" y="6029011"/>
              <a:ext cx="1571625" cy="619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Ομάδα 24">
            <a:extLst>
              <a:ext uri="{FF2B5EF4-FFF2-40B4-BE49-F238E27FC236}">
                <a16:creationId xmlns:a16="http://schemas.microsoft.com/office/drawing/2014/main" id="{615E42FF-49E0-17F6-3181-949EBBF84B7C}"/>
              </a:ext>
            </a:extLst>
          </p:cNvPr>
          <p:cNvGrpSpPr/>
          <p:nvPr/>
        </p:nvGrpSpPr>
        <p:grpSpPr>
          <a:xfrm>
            <a:off x="11370" y="2192084"/>
            <a:ext cx="4560629" cy="2864707"/>
            <a:chOff x="480758" y="2053114"/>
            <a:chExt cx="8658734" cy="374681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13A2B4F-970D-BDDA-D8CA-925E09E2D8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758" y="3429000"/>
              <a:ext cx="1457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DF3652F3-61B9-CD95-2F3B-3C901C495E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037" y="342773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1033EEC2-9FEC-9DE8-0649-4AAC3F273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2053114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>
              <a:extLst>
                <a:ext uri="{FF2B5EF4-FFF2-40B4-BE49-F238E27FC236}">
                  <a16:creationId xmlns:a16="http://schemas.microsoft.com/office/drawing/2014/main" id="{413B9AFC-DDE7-BD3D-2913-3F52EE01BF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3427730"/>
              <a:ext cx="18478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5">
              <a:extLst>
                <a:ext uri="{FF2B5EF4-FFF2-40B4-BE49-F238E27FC236}">
                  <a16:creationId xmlns:a16="http://schemas.microsoft.com/office/drawing/2014/main" id="{311EE4A1-C2AD-2D7A-8C6D-EFFADD366A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3" y="4799806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" name="Ευθύγραμμο βέλος σύνδεσης 12">
              <a:extLst>
                <a:ext uri="{FF2B5EF4-FFF2-40B4-BE49-F238E27FC236}">
                  <a16:creationId xmlns:a16="http://schemas.microsoft.com/office/drawing/2014/main" id="{04068E1E-5D11-319A-43AA-11966AFE1EC0}"/>
                </a:ext>
              </a:extLst>
            </p:cNvPr>
            <p:cNvCxnSpPr>
              <a:stCxn id="2" idx="3"/>
              <a:endCxn id="5" idx="1"/>
            </p:cNvCxnSpPr>
            <p:nvPr/>
          </p:nvCxnSpPr>
          <p:spPr>
            <a:xfrm flipV="1">
              <a:off x="1938083" y="3932555"/>
              <a:ext cx="1028954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Ευθύγραμμο βέλος σύνδεσης 14">
              <a:extLst>
                <a:ext uri="{FF2B5EF4-FFF2-40B4-BE49-F238E27FC236}">
                  <a16:creationId xmlns:a16="http://schemas.microsoft.com/office/drawing/2014/main" id="{B2F8F786-975D-814B-9F7D-FFF818EFC1E0}"/>
                </a:ext>
              </a:extLst>
            </p:cNvPr>
            <p:cNvCxnSpPr>
              <a:stCxn id="5" idx="3"/>
              <a:endCxn id="9" idx="1"/>
            </p:cNvCxnSpPr>
            <p:nvPr/>
          </p:nvCxnSpPr>
          <p:spPr>
            <a:xfrm>
              <a:off x="5538787" y="3932555"/>
              <a:ext cx="8764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Ευθύγραμμο βέλος σύνδεσης 16">
              <a:extLst>
                <a:ext uri="{FF2B5EF4-FFF2-40B4-BE49-F238E27FC236}">
                  <a16:creationId xmlns:a16="http://schemas.microsoft.com/office/drawing/2014/main" id="{AA0ED0E2-A1CA-64F6-83FD-AD6116FE3AE2}"/>
                </a:ext>
              </a:extLst>
            </p:cNvPr>
            <p:cNvCxnSpPr>
              <a:stCxn id="9" idx="3"/>
            </p:cNvCxnSpPr>
            <p:nvPr/>
          </p:nvCxnSpPr>
          <p:spPr>
            <a:xfrm>
              <a:off x="8263064" y="3932555"/>
              <a:ext cx="876428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Γραμμή σύνδεσης: Γωνιώδης 18">
              <a:extLst>
                <a:ext uri="{FF2B5EF4-FFF2-40B4-BE49-F238E27FC236}">
                  <a16:creationId xmlns:a16="http://schemas.microsoft.com/office/drawing/2014/main" id="{273C3F3C-53A4-92EB-50F9-DF84CB2CD9F0}"/>
                </a:ext>
              </a:extLst>
            </p:cNvPr>
            <p:cNvCxnSpPr>
              <a:stCxn id="5" idx="3"/>
              <a:endCxn id="7" idx="1"/>
            </p:cNvCxnSpPr>
            <p:nvPr/>
          </p:nvCxnSpPr>
          <p:spPr>
            <a:xfrm flipV="1">
              <a:off x="5538787" y="2557939"/>
              <a:ext cx="876427" cy="137461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Γραμμή σύνδεσης: Γωνιώδης 20">
              <a:extLst>
                <a:ext uri="{FF2B5EF4-FFF2-40B4-BE49-F238E27FC236}">
                  <a16:creationId xmlns:a16="http://schemas.microsoft.com/office/drawing/2014/main" id="{1C7E9FE7-782F-920B-BD63-28B50FF34075}"/>
                </a:ext>
              </a:extLst>
            </p:cNvPr>
            <p:cNvCxnSpPr>
              <a:stCxn id="5" idx="3"/>
              <a:endCxn id="11" idx="1"/>
            </p:cNvCxnSpPr>
            <p:nvPr/>
          </p:nvCxnSpPr>
          <p:spPr>
            <a:xfrm>
              <a:off x="5538787" y="3932555"/>
              <a:ext cx="876426" cy="136731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Γραμμή σύνδεσης: Γωνιώδης 22">
              <a:extLst>
                <a:ext uri="{FF2B5EF4-FFF2-40B4-BE49-F238E27FC236}">
                  <a16:creationId xmlns:a16="http://schemas.microsoft.com/office/drawing/2014/main" id="{7757136F-5AAB-EFDC-D583-5EF19750B75A}"/>
                </a:ext>
              </a:extLst>
            </p:cNvPr>
            <p:cNvCxnSpPr>
              <a:stCxn id="7" idx="3"/>
            </p:cNvCxnSpPr>
            <p:nvPr/>
          </p:nvCxnSpPr>
          <p:spPr>
            <a:xfrm>
              <a:off x="8253539" y="2557939"/>
              <a:ext cx="885953" cy="137588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Γραμμή σύνδεσης: Γωνιώδης 23">
              <a:extLst>
                <a:ext uri="{FF2B5EF4-FFF2-40B4-BE49-F238E27FC236}">
                  <a16:creationId xmlns:a16="http://schemas.microsoft.com/office/drawing/2014/main" id="{35D8BB2C-629E-4A34-BA5D-13923B39A097}"/>
                </a:ext>
              </a:extLst>
            </p:cNvPr>
            <p:cNvCxnSpPr>
              <a:stCxn id="11" idx="3"/>
            </p:cNvCxnSpPr>
            <p:nvPr/>
          </p:nvCxnSpPr>
          <p:spPr>
            <a:xfrm flipV="1">
              <a:off x="8253538" y="3933825"/>
              <a:ext cx="885954" cy="136604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8939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FFC6F-C69A-6C02-6C5F-2E1926C24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15860B01-AF8D-4DC9-D14A-A763141A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28727169-F53D-A70A-37FC-7D437E500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</p:txBody>
      </p:sp>
    </p:spTree>
    <p:extLst>
      <p:ext uri="{BB962C8B-B14F-4D97-AF65-F5344CB8AC3E}">
        <p14:creationId xmlns:p14="http://schemas.microsoft.com/office/powerpoint/2010/main" val="134537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56D816-A5FB-3495-5BDD-14621501E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07032E8-00C2-9E96-E32C-219DB3F7D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=Ø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:r>
                  <a:rPr lang="en-US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rhs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1514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E66D1-B2CC-7D34-78A0-6A15D2225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D12BECD-7692-1A8B-2A85-753B582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FC7DC60A-726E-6A79-DDDC-EDD09543E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{2} ComputeShortestPath()</a:t>
            </a:r>
          </a:p>
        </p:txBody>
      </p:sp>
    </p:spTree>
    <p:extLst>
      <p:ext uri="{BB962C8B-B14F-4D97-AF65-F5344CB8AC3E}">
        <p14:creationId xmlns:p14="http://schemas.microsoft.com/office/powerpoint/2010/main" val="4198890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6D3801-4567-8DE7-C9A2-0AB3631B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EDD9CEDD-147D-76AB-D3C3-E28C22EC5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while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()&lt;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old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Pop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old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&lt;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CalculateKey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comparison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49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8B30E-6062-B08F-8547-09E8F031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F7934FB-3E88-5663-8994-69591D953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{3} while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{4} 	if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then there is no known path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{5}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arg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min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Succ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{6} 	Move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{7} 	Scan graph for changed edge costs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99365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4AC79-5FF4-1650-8DAA-B3EF7200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B5309F1-FFCA-6347-F89E-7F89C5FDC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Succ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Remove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rhs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2058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504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0AA75-0287-6879-6B5D-FF0AB0C92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3E72FFD-8AF1-FDCE-1A21-8613CE120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{14} 		ComputeShortestPath()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746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DCF958-7156-09DA-B82F-D7BE9EAD0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1DDCA54-39E8-2A94-AE3C-0F76C2DF8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4BD4F4AC-B729-DBCD-6BD3-07524F012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3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66F95633-5BAF-A917-7D31-F07ED3591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297" y="204073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900D9B3-B554-E70F-F21A-16F8DE301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297" y="4050506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3ED3CC0-BEC1-B6AA-AF14-AA4210C7F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4577" y="204073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E8A93E-FBC6-8649-FF55-2E85962B5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4577" y="4050505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11663A-FCD1-1649-6BC9-E362E2256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72" y="3040856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E74921-DFDD-68C7-AF13-FAEC07AE79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5509" y="305038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62D7796A-D75A-13A4-9576-C7752A3FF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5797" y="3040856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Γραμμή σύνδεσης: Γωνιώδης 11">
            <a:extLst>
              <a:ext uri="{FF2B5EF4-FFF2-40B4-BE49-F238E27FC236}">
                <a16:creationId xmlns:a16="http://schemas.microsoft.com/office/drawing/2014/main" id="{BA43064F-87B2-7A77-A485-8076CEAD66F3}"/>
              </a:ext>
            </a:extLst>
          </p:cNvPr>
          <p:cNvCxnSpPr>
            <a:stCxn id="1027" idx="3"/>
            <a:endCxn id="1025" idx="1"/>
          </p:cNvCxnSpPr>
          <p:nvPr/>
        </p:nvCxnSpPr>
        <p:spPr>
          <a:xfrm flipV="1">
            <a:off x="1490853" y="2545556"/>
            <a:ext cx="218444" cy="10048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Γραμμή σύνδεσης: Γωνιώδης 14">
            <a:extLst>
              <a:ext uri="{FF2B5EF4-FFF2-40B4-BE49-F238E27FC236}">
                <a16:creationId xmlns:a16="http://schemas.microsoft.com/office/drawing/2014/main" id="{83F0BDFD-68C6-00D8-0139-77A53269AC6F}"/>
              </a:ext>
            </a:extLst>
          </p:cNvPr>
          <p:cNvCxnSpPr>
            <a:stCxn id="1027" idx="3"/>
            <a:endCxn id="1026" idx="1"/>
          </p:cNvCxnSpPr>
          <p:nvPr/>
        </p:nvCxnSpPr>
        <p:spPr>
          <a:xfrm>
            <a:off x="1490853" y="3550444"/>
            <a:ext cx="218444" cy="10001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CA5D0B44-6BD0-0037-F65A-EC0A2CFF4507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5091427" y="2545556"/>
            <a:ext cx="218445" cy="10001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Γραμμή σύνδεσης: Γωνιώδης 21">
            <a:extLst>
              <a:ext uri="{FF2B5EF4-FFF2-40B4-BE49-F238E27FC236}">
                <a16:creationId xmlns:a16="http://schemas.microsoft.com/office/drawing/2014/main" id="{94D463EE-4560-0F8A-5AB8-2C0266B3F654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5091427" y="3545681"/>
            <a:ext cx="218445" cy="10048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Ευθύγραμμο βέλος σύνδεσης 25">
            <a:extLst>
              <a:ext uri="{FF2B5EF4-FFF2-40B4-BE49-F238E27FC236}">
                <a16:creationId xmlns:a16="http://schemas.microsoft.com/office/drawing/2014/main" id="{947194DB-5A9C-FFC2-F37B-81A68529D0B8}"/>
              </a:ext>
            </a:extLst>
          </p:cNvPr>
          <p:cNvCxnSpPr>
            <a:stCxn id="1025" idx="3"/>
            <a:endCxn id="3" idx="1"/>
          </p:cNvCxnSpPr>
          <p:nvPr/>
        </p:nvCxnSpPr>
        <p:spPr>
          <a:xfrm>
            <a:off x="3176147" y="2545556"/>
            <a:ext cx="448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Ευθύγραμμο βέλος σύνδεσης 28">
            <a:extLst>
              <a:ext uri="{FF2B5EF4-FFF2-40B4-BE49-F238E27FC236}">
                <a16:creationId xmlns:a16="http://schemas.microsoft.com/office/drawing/2014/main" id="{4278A02A-0FA5-D801-8F3A-5673FE2FE757}"/>
              </a:ext>
            </a:extLst>
          </p:cNvPr>
          <p:cNvCxnSpPr>
            <a:stCxn id="1026" idx="3"/>
            <a:endCxn id="5" idx="1"/>
          </p:cNvCxnSpPr>
          <p:nvPr/>
        </p:nvCxnSpPr>
        <p:spPr>
          <a:xfrm flipV="1">
            <a:off x="3176147" y="4550568"/>
            <a:ext cx="4484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Ευθύγραμμο βέλος σύνδεσης 30">
            <a:extLst>
              <a:ext uri="{FF2B5EF4-FFF2-40B4-BE49-F238E27FC236}">
                <a16:creationId xmlns:a16="http://schemas.microsoft.com/office/drawing/2014/main" id="{986FF478-6E4A-97E6-4B68-F74F65B7A015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72072" y="3545681"/>
            <a:ext cx="333437" cy="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1" name="Ευθύγραμμο βέλος σύνδεσης 1040">
            <a:extLst>
              <a:ext uri="{FF2B5EF4-FFF2-40B4-BE49-F238E27FC236}">
                <a16:creationId xmlns:a16="http://schemas.microsoft.com/office/drawing/2014/main" id="{FB98FA7B-28B7-AB5D-7218-1F561388475E}"/>
              </a:ext>
            </a:extLst>
          </p:cNvPr>
          <p:cNvCxnSpPr>
            <a:stCxn id="7" idx="3"/>
            <a:endCxn id="10" idx="1"/>
          </p:cNvCxnSpPr>
          <p:nvPr/>
        </p:nvCxnSpPr>
        <p:spPr>
          <a:xfrm flipV="1">
            <a:off x="9472359" y="3545681"/>
            <a:ext cx="333438" cy="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57099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Θέμα του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Θέμα του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Θέμα του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2148</TotalTime>
  <Words>634</Words>
  <Application>Microsoft Office PowerPoint</Application>
  <PresentationFormat>Widescreen</PresentationFormat>
  <Paragraphs>101</Paragraphs>
  <Slides>19</Slides>
  <Notes>7</Notes>
  <HiddenSlides>16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Cambria Math</vt:lpstr>
      <vt:lpstr>Times New Roman</vt:lpstr>
      <vt:lpstr>Office Theme</vt:lpstr>
      <vt:lpstr>Δομή</vt:lpstr>
      <vt:lpstr>A*</vt:lpstr>
      <vt:lpstr>A*</vt:lpstr>
      <vt:lpstr>A*</vt:lpstr>
      <vt:lpstr>A*</vt:lpstr>
      <vt:lpstr>A*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A*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Georgios Pitsos</cp:lastModifiedBy>
  <cp:revision>74</cp:revision>
  <dcterms:created xsi:type="dcterms:W3CDTF">2025-12-09T10:17:46Z</dcterms:created>
  <dcterms:modified xsi:type="dcterms:W3CDTF">2026-04-17T01:19:28Z</dcterms:modified>
</cp:coreProperties>
</file>