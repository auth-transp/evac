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67" r:id="rId2"/>
    <p:sldId id="277" r:id="rId3"/>
    <p:sldId id="269" r:id="rId4"/>
    <p:sldId id="270" r:id="rId5"/>
    <p:sldId id="271" r:id="rId6"/>
    <p:sldId id="273" r:id="rId7"/>
    <p:sldId id="278" r:id="rId8"/>
    <p:sldId id="274" r:id="rId9"/>
    <p:sldId id="275" r:id="rId10"/>
    <p:sldId id="276" r:id="rId11"/>
    <p:sldId id="258" r:id="rId12"/>
    <p:sldId id="261" r:id="rId13"/>
    <p:sldId id="262" r:id="rId14"/>
    <p:sldId id="263" r:id="rId15"/>
    <p:sldId id="264" r:id="rId16"/>
    <p:sldId id="257" r:id="rId17"/>
    <p:sldId id="2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17B53A-5F02-46AC-A602-E11F15763443}" type="datetimeFigureOut">
              <a:rPr lang="el-GR" smtClean="0"/>
              <a:t>20/2/2026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9EAB6-8F16-4223-B015-54B4C23A7B0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9369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Εάν το </a:t>
            </a:r>
            <a:r>
              <a:rPr lang="en-US" dirty="0"/>
              <a:t>f </a:t>
            </a:r>
            <a:r>
              <a:rPr lang="el-GR" dirty="0"/>
              <a:t>είναι καλύτερο, ενημέρωση και προσθήκη του </a:t>
            </a:r>
            <a:r>
              <a:rPr lang="en-US" dirty="0"/>
              <a:t>node </a:t>
            </a:r>
            <a:r>
              <a:rPr lang="el-GR" dirty="0"/>
              <a:t>στο </a:t>
            </a:r>
            <a:r>
              <a:rPr lang="en-US" dirty="0"/>
              <a:t>open list</a:t>
            </a:r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9EAB6-8F16-4223-B015-54B4C23A7B0E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928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F4006-EA43-8A1D-0A46-512C038D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A4CF7D0-5418-9196-E6D9-C60084949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BA83F35-9EC9-1D00-E40B-733480BA9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Εάν το </a:t>
            </a:r>
            <a:r>
              <a:rPr lang="en-US" dirty="0"/>
              <a:t>f </a:t>
            </a:r>
            <a:r>
              <a:rPr lang="el-GR" dirty="0"/>
              <a:t>είναι καλύτερο, ενημέρωση και προσθήκη του </a:t>
            </a:r>
            <a:r>
              <a:rPr lang="en-US" dirty="0"/>
              <a:t>node </a:t>
            </a:r>
            <a:r>
              <a:rPr lang="el-GR" dirty="0"/>
              <a:t>στο </a:t>
            </a:r>
            <a:r>
              <a:rPr lang="en-US" dirty="0"/>
              <a:t>open list</a:t>
            </a:r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F387B42-9E5C-F9F1-6920-696D86616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9EAB6-8F16-4223-B015-54B4C23A7B0E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33332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20B45-CAE6-293B-B075-16B5079CD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05A418C-17FA-A16A-4D44-734D2D2B6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43782CA-E9CB-A1AA-2AD7-6F1C5E636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Εάν το </a:t>
            </a:r>
            <a:r>
              <a:rPr lang="en-US" dirty="0"/>
              <a:t>f </a:t>
            </a:r>
            <a:r>
              <a:rPr lang="el-GR" dirty="0"/>
              <a:t>είναι καλύτερο, ενημέρωση και προσθήκη του </a:t>
            </a:r>
            <a:r>
              <a:rPr lang="en-US" dirty="0"/>
              <a:t>node </a:t>
            </a:r>
            <a:r>
              <a:rPr lang="el-GR" dirty="0"/>
              <a:t>στο </a:t>
            </a:r>
            <a:r>
              <a:rPr lang="en-US" dirty="0"/>
              <a:t>open list</a:t>
            </a:r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3990D1A-7CE4-992B-BF6C-55056CFC1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9EAB6-8F16-4223-B015-54B4C23A7B0E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92377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70FA0-3106-6AC0-F480-84F7F4363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B479DD8-56CB-4F65-1AB6-11D3BEB65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35A2982-2A0F-D995-87AC-FA5004A0F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Εάν το </a:t>
            </a:r>
            <a:r>
              <a:rPr lang="en-US" dirty="0"/>
              <a:t>f </a:t>
            </a:r>
            <a:r>
              <a:rPr lang="el-GR" dirty="0"/>
              <a:t>είναι καλύτερο, ενημέρωση και προσθήκη του </a:t>
            </a:r>
            <a:r>
              <a:rPr lang="en-US" dirty="0"/>
              <a:t>node </a:t>
            </a:r>
            <a:r>
              <a:rPr lang="el-GR" dirty="0"/>
              <a:t>στο </a:t>
            </a:r>
            <a:r>
              <a:rPr lang="en-US" dirty="0"/>
              <a:t>open list</a:t>
            </a:r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993968D-B309-BDCD-AD8A-0B8B987DF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9EAB6-8F16-4223-B015-54B4C23A7B0E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6544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88719-F672-A365-3F0A-5EF9AF79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37C357D-4480-CFA8-5D30-FDCF6DFAA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A15CF2E-6154-598F-6BB3-3216627EE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Εάν το </a:t>
            </a:r>
            <a:r>
              <a:rPr lang="en-US" dirty="0"/>
              <a:t>f </a:t>
            </a:r>
            <a:r>
              <a:rPr lang="el-GR" dirty="0"/>
              <a:t>είναι καλύτερο, ενημέρωση και προσθήκη του </a:t>
            </a:r>
            <a:r>
              <a:rPr lang="en-US" dirty="0"/>
              <a:t>node </a:t>
            </a:r>
            <a:r>
              <a:rPr lang="el-GR" dirty="0"/>
              <a:t>στο </a:t>
            </a:r>
            <a:r>
              <a:rPr lang="en-US" dirty="0"/>
              <a:t>open list</a:t>
            </a:r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74A8489-B564-3EBF-32C7-574FA94EF8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9EAB6-8F16-4223-B015-54B4C23A7B0E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18514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16458-F949-188E-85A5-ED0A69646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E164227-ED03-8F58-2674-03E703EA7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64E8496-C317-92D4-E932-5F17E0D32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Εάν το </a:t>
            </a:r>
            <a:r>
              <a:rPr lang="en-US" dirty="0"/>
              <a:t>f </a:t>
            </a:r>
            <a:r>
              <a:rPr lang="el-GR" dirty="0"/>
              <a:t>είναι καλύτερο, ενημέρωση και προσθήκη του </a:t>
            </a:r>
            <a:r>
              <a:rPr lang="en-US" dirty="0"/>
              <a:t>node </a:t>
            </a:r>
            <a:r>
              <a:rPr lang="el-GR" dirty="0"/>
              <a:t>στο </a:t>
            </a:r>
            <a:r>
              <a:rPr lang="en-US" dirty="0"/>
              <a:t>open list</a:t>
            </a:r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430ECE0-1B15-16E0-0CC5-9D40ED83D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9EAB6-8F16-4223-B015-54B4C23A7B0E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83052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49D90-58C9-3EFA-C64B-E63B18A41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59254DB-8F89-2778-E6EA-7A5682D62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5EB3071-3ED9-8270-2B6C-1C119CD6B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Εάν το </a:t>
            </a:r>
            <a:r>
              <a:rPr lang="en-US" dirty="0"/>
              <a:t>f </a:t>
            </a:r>
            <a:r>
              <a:rPr lang="el-GR" dirty="0"/>
              <a:t>είναι καλύτερο, ενημέρωση και προσθήκη του </a:t>
            </a:r>
            <a:r>
              <a:rPr lang="en-US" dirty="0"/>
              <a:t>node </a:t>
            </a:r>
            <a:r>
              <a:rPr lang="el-GR" dirty="0"/>
              <a:t>στο </a:t>
            </a:r>
            <a:r>
              <a:rPr lang="en-US" dirty="0"/>
              <a:t>open list</a:t>
            </a:r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86F8221-4D5D-72D5-6F14-ABCA38A24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89EAB6-8F16-4223-B015-54B4C23A7B0E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84059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66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03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99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66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9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4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23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3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71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48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8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2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2.png"/><Relationship Id="rId18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10.png"/><Relationship Id="rId5" Type="http://schemas.openxmlformats.org/officeDocument/2006/relationships/image" Target="../media/image22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3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23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32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6C45-56C6-9AC9-DA7E-956F5C279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522D5670-9E86-1570-64BD-01D9360D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9BA57851-597C-8686-244D-362A24A74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" y="3050381"/>
            <a:ext cx="1466850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>
            <a:extLst>
              <a:ext uri="{FF2B5EF4-FFF2-40B4-BE49-F238E27FC236}">
                <a16:creationId xmlns:a16="http://schemas.microsoft.com/office/drawing/2014/main" id="{2928D72D-6323-72B1-5A47-F904EE981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297" y="2040731"/>
            <a:ext cx="14668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E57550F-E39E-DB70-9C29-0FE906284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297" y="4050506"/>
            <a:ext cx="1466850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13C22DB-4B12-7622-8D21-142653F92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577" y="2040731"/>
            <a:ext cx="14668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44497D-50DF-87B0-22D8-52E46C790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577" y="4050505"/>
            <a:ext cx="1466850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788267-F28E-B9A6-FCF1-606ADAB00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872" y="3040856"/>
            <a:ext cx="236220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55EE62-217C-C89A-71DC-E4BEBB664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509" y="3050381"/>
            <a:ext cx="14668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28680F96-48A5-64D9-7B1B-ACE483181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97" y="3040856"/>
            <a:ext cx="236220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Γραμμή σύνδεσης: Γωνιώδης 11">
            <a:extLst>
              <a:ext uri="{FF2B5EF4-FFF2-40B4-BE49-F238E27FC236}">
                <a16:creationId xmlns:a16="http://schemas.microsoft.com/office/drawing/2014/main" id="{64455EB8-A91B-73AA-EE53-5EEFD6D50D97}"/>
              </a:ext>
            </a:extLst>
          </p:cNvPr>
          <p:cNvCxnSpPr>
            <a:stCxn id="1027" idx="3"/>
            <a:endCxn id="1025" idx="1"/>
          </p:cNvCxnSpPr>
          <p:nvPr/>
        </p:nvCxnSpPr>
        <p:spPr>
          <a:xfrm flipV="1">
            <a:off x="1490853" y="2545556"/>
            <a:ext cx="218444" cy="100488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Γραμμή σύνδεσης: Γωνιώδης 14">
            <a:extLst>
              <a:ext uri="{FF2B5EF4-FFF2-40B4-BE49-F238E27FC236}">
                <a16:creationId xmlns:a16="http://schemas.microsoft.com/office/drawing/2014/main" id="{E5E3B61A-A453-EAB0-EB38-72C2A443B69F}"/>
              </a:ext>
            </a:extLst>
          </p:cNvPr>
          <p:cNvCxnSpPr>
            <a:stCxn id="1027" idx="3"/>
            <a:endCxn id="1026" idx="1"/>
          </p:cNvCxnSpPr>
          <p:nvPr/>
        </p:nvCxnSpPr>
        <p:spPr>
          <a:xfrm>
            <a:off x="1490853" y="3550444"/>
            <a:ext cx="218444" cy="100012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Γραμμή σύνδεσης: Γωνιώδης 17">
            <a:extLst>
              <a:ext uri="{FF2B5EF4-FFF2-40B4-BE49-F238E27FC236}">
                <a16:creationId xmlns:a16="http://schemas.microsoft.com/office/drawing/2014/main" id="{1DE3E488-18FF-375D-94A1-D86EE4B6BA0E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5091427" y="2545556"/>
            <a:ext cx="218445" cy="100012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Γραμμή σύνδεσης: Γωνιώδης 21">
            <a:extLst>
              <a:ext uri="{FF2B5EF4-FFF2-40B4-BE49-F238E27FC236}">
                <a16:creationId xmlns:a16="http://schemas.microsoft.com/office/drawing/2014/main" id="{5991BB37-101D-AFD6-8465-0991835867C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5091427" y="3545681"/>
            <a:ext cx="218445" cy="100488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Ευθύγραμμο βέλος σύνδεσης 25">
            <a:extLst>
              <a:ext uri="{FF2B5EF4-FFF2-40B4-BE49-F238E27FC236}">
                <a16:creationId xmlns:a16="http://schemas.microsoft.com/office/drawing/2014/main" id="{F8232B70-8CCC-5572-C66D-D7228D3E36F6}"/>
              </a:ext>
            </a:extLst>
          </p:cNvPr>
          <p:cNvCxnSpPr>
            <a:stCxn id="1025" idx="3"/>
            <a:endCxn id="3" idx="1"/>
          </p:cNvCxnSpPr>
          <p:nvPr/>
        </p:nvCxnSpPr>
        <p:spPr>
          <a:xfrm>
            <a:off x="3176147" y="2545556"/>
            <a:ext cx="448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Ευθύγραμμο βέλος σύνδεσης 28">
            <a:extLst>
              <a:ext uri="{FF2B5EF4-FFF2-40B4-BE49-F238E27FC236}">
                <a16:creationId xmlns:a16="http://schemas.microsoft.com/office/drawing/2014/main" id="{BB8F6945-1A7F-74AE-0FE1-96F323B95536}"/>
              </a:ext>
            </a:extLst>
          </p:cNvPr>
          <p:cNvCxnSpPr>
            <a:stCxn id="1026" idx="3"/>
            <a:endCxn id="5" idx="1"/>
          </p:cNvCxnSpPr>
          <p:nvPr/>
        </p:nvCxnSpPr>
        <p:spPr>
          <a:xfrm flipV="1">
            <a:off x="3176147" y="4550568"/>
            <a:ext cx="44843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Ευθύγραμμο βέλος σύνδεσης 30">
            <a:extLst>
              <a:ext uri="{FF2B5EF4-FFF2-40B4-BE49-F238E27FC236}">
                <a16:creationId xmlns:a16="http://schemas.microsoft.com/office/drawing/2014/main" id="{F41FD40E-2772-A4F4-6B69-99F7D12789D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672072" y="3545681"/>
            <a:ext cx="333437" cy="9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1" name="Ευθύγραμμο βέλος σύνδεσης 1040">
            <a:extLst>
              <a:ext uri="{FF2B5EF4-FFF2-40B4-BE49-F238E27FC236}">
                <a16:creationId xmlns:a16="http://schemas.microsoft.com/office/drawing/2014/main" id="{534EE1C5-F329-9D02-0ABB-421095D96F1B}"/>
              </a:ext>
            </a:extLst>
          </p:cNvPr>
          <p:cNvCxnSpPr>
            <a:stCxn id="7" idx="3"/>
            <a:endCxn id="10" idx="1"/>
          </p:cNvCxnSpPr>
          <p:nvPr/>
        </p:nvCxnSpPr>
        <p:spPr>
          <a:xfrm flipV="1">
            <a:off x="9472359" y="3545681"/>
            <a:ext cx="333438" cy="9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14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EF38055-1A89-3A2F-42B2-65C736C30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46D0B419-E812-16C5-6D7C-014C60C3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018CF3D7-53B1-EEBE-2D93-C5BC50694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1" y="3050381"/>
            <a:ext cx="1466850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6475E7B-A019-9785-F740-091456007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4" y="2712244"/>
            <a:ext cx="14573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43A77CA1-C1F2-C949-25B8-BE3B80852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410" y="3050381"/>
            <a:ext cx="145732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F76BC7B-B76B-EAFB-DB2A-D01A217C9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4" y="2207418"/>
            <a:ext cx="14668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F622D1C3-B8B3-8A37-2452-87964FC78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186" y="3429000"/>
            <a:ext cx="145732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0210ECF-D6A7-1392-CD8B-8E8EC9CC3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222" y="3762375"/>
            <a:ext cx="145732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6370E84A-808C-DE35-9C0A-69C18E7E3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636" y="3098007"/>
            <a:ext cx="145732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Ευθύγραμμο βέλος σύνδεσης 13">
            <a:extLst>
              <a:ext uri="{FF2B5EF4-FFF2-40B4-BE49-F238E27FC236}">
                <a16:creationId xmlns:a16="http://schemas.microsoft.com/office/drawing/2014/main" id="{ED6ABE24-467F-1919-4D8E-68397171CC26}"/>
              </a:ext>
            </a:extLst>
          </p:cNvPr>
          <p:cNvCxnSpPr>
            <a:stCxn id="1027" idx="3"/>
            <a:endCxn id="1028" idx="1"/>
          </p:cNvCxnSpPr>
          <p:nvPr/>
        </p:nvCxnSpPr>
        <p:spPr>
          <a:xfrm>
            <a:off x="1581941" y="3550444"/>
            <a:ext cx="4024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Ευθύγραμμο βέλος σύνδεσης 16">
            <a:extLst>
              <a:ext uri="{FF2B5EF4-FFF2-40B4-BE49-F238E27FC236}">
                <a16:creationId xmlns:a16="http://schemas.microsoft.com/office/drawing/2014/main" id="{DDC7B06C-D862-259B-FD4F-3E3E37ECDFE4}"/>
              </a:ext>
            </a:extLst>
          </p:cNvPr>
          <p:cNvCxnSpPr>
            <a:stCxn id="1028" idx="3"/>
            <a:endCxn id="1029" idx="1"/>
          </p:cNvCxnSpPr>
          <p:nvPr/>
        </p:nvCxnSpPr>
        <p:spPr>
          <a:xfrm>
            <a:off x="3441699" y="3550444"/>
            <a:ext cx="3667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Γραμμή σύνδεσης: Γωνιώδης 18">
            <a:extLst>
              <a:ext uri="{FF2B5EF4-FFF2-40B4-BE49-F238E27FC236}">
                <a16:creationId xmlns:a16="http://schemas.microsoft.com/office/drawing/2014/main" id="{940D8CB3-1110-2F75-63F4-E688481D26F9}"/>
              </a:ext>
            </a:extLst>
          </p:cNvPr>
          <p:cNvCxnSpPr>
            <a:stCxn id="1029" idx="3"/>
            <a:endCxn id="1032" idx="1"/>
          </p:cNvCxnSpPr>
          <p:nvPr/>
        </p:nvCxnSpPr>
        <p:spPr>
          <a:xfrm flipV="1">
            <a:off x="5265735" y="2712243"/>
            <a:ext cx="938219" cy="83820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CED031DD-3A94-C49D-6DC8-A91B7B8C0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273" y="2478881"/>
            <a:ext cx="714375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Γραμμή σύνδεσης: Γωνιώδης 20">
            <a:extLst>
              <a:ext uri="{FF2B5EF4-FFF2-40B4-BE49-F238E27FC236}">
                <a16:creationId xmlns:a16="http://schemas.microsoft.com/office/drawing/2014/main" id="{8CB90653-66F4-0137-C6F3-36F242A97D10}"/>
              </a:ext>
            </a:extLst>
          </p:cNvPr>
          <p:cNvCxnSpPr>
            <a:stCxn id="1029" idx="3"/>
            <a:endCxn id="1033" idx="1"/>
          </p:cNvCxnSpPr>
          <p:nvPr/>
        </p:nvCxnSpPr>
        <p:spPr>
          <a:xfrm>
            <a:off x="5265735" y="3550444"/>
            <a:ext cx="933451" cy="71675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1" name="Picture 7">
            <a:extLst>
              <a:ext uri="{FF2B5EF4-FFF2-40B4-BE49-F238E27FC236}">
                <a16:creationId xmlns:a16="http://schemas.microsoft.com/office/drawing/2014/main" id="{992FBD33-B074-2384-7C4F-6E8BA2BD1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273" y="4033838"/>
            <a:ext cx="714375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Ευθύγραμμο βέλος σύνδεσης 22">
            <a:extLst>
              <a:ext uri="{FF2B5EF4-FFF2-40B4-BE49-F238E27FC236}">
                <a16:creationId xmlns:a16="http://schemas.microsoft.com/office/drawing/2014/main" id="{D7C3B02A-8C53-D533-0DB4-B728255E0176}"/>
              </a:ext>
            </a:extLst>
          </p:cNvPr>
          <p:cNvCxnSpPr>
            <a:stCxn id="1033" idx="3"/>
            <a:endCxn id="1034" idx="1"/>
          </p:cNvCxnSpPr>
          <p:nvPr/>
        </p:nvCxnSpPr>
        <p:spPr>
          <a:xfrm>
            <a:off x="7656511" y="4267200"/>
            <a:ext cx="3667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Γραμμή σύνδεσης: Γωνιώδης 24">
            <a:extLst>
              <a:ext uri="{FF2B5EF4-FFF2-40B4-BE49-F238E27FC236}">
                <a16:creationId xmlns:a16="http://schemas.microsoft.com/office/drawing/2014/main" id="{93084D41-EFC3-153B-DC76-33402E1D77E3}"/>
              </a:ext>
            </a:extLst>
          </p:cNvPr>
          <p:cNvCxnSpPr>
            <a:stCxn id="1034" idx="3"/>
            <a:endCxn id="1035" idx="1"/>
          </p:cNvCxnSpPr>
          <p:nvPr/>
        </p:nvCxnSpPr>
        <p:spPr>
          <a:xfrm flipV="1">
            <a:off x="9480547" y="3598070"/>
            <a:ext cx="1081089" cy="669130"/>
          </a:xfrm>
          <a:prstGeom prst="bentConnector3">
            <a:avLst>
              <a:gd name="adj1" fmla="val 5000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Γραμμή σύνδεσης: Γωνιώδης 26">
            <a:extLst>
              <a:ext uri="{FF2B5EF4-FFF2-40B4-BE49-F238E27FC236}">
                <a16:creationId xmlns:a16="http://schemas.microsoft.com/office/drawing/2014/main" id="{2A94635D-DAE6-E6AB-18C8-5FC9441557A4}"/>
              </a:ext>
            </a:extLst>
          </p:cNvPr>
          <p:cNvCxnSpPr>
            <a:cxnSpLocks/>
            <a:stCxn id="1034" idx="3"/>
            <a:endCxn id="2" idx="1"/>
          </p:cNvCxnSpPr>
          <p:nvPr/>
        </p:nvCxnSpPr>
        <p:spPr>
          <a:xfrm>
            <a:off x="9480547" y="4267200"/>
            <a:ext cx="1081088" cy="7381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6">
            <a:extLst>
              <a:ext uri="{FF2B5EF4-FFF2-40B4-BE49-F238E27FC236}">
                <a16:creationId xmlns:a16="http://schemas.microsoft.com/office/drawing/2014/main" id="{53DDB311-FD38-7242-9738-5332C00FB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8674" y="3350259"/>
            <a:ext cx="714375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5DCCB771-FF59-487A-11E1-3575DDF1F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8674" y="4772025"/>
            <a:ext cx="714375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8" name="Ομάδα 1037">
            <a:extLst>
              <a:ext uri="{FF2B5EF4-FFF2-40B4-BE49-F238E27FC236}">
                <a16:creationId xmlns:a16="http://schemas.microsoft.com/office/drawing/2014/main" id="{BFC5C8C0-D09D-7A4D-8824-BA91BA116B2F}"/>
              </a:ext>
            </a:extLst>
          </p:cNvPr>
          <p:cNvGrpSpPr/>
          <p:nvPr/>
        </p:nvGrpSpPr>
        <p:grpSpPr>
          <a:xfrm>
            <a:off x="6199185" y="5273159"/>
            <a:ext cx="4980649" cy="1068016"/>
            <a:chOff x="6199185" y="5273159"/>
            <a:chExt cx="4980649" cy="1068016"/>
          </a:xfrm>
        </p:grpSpPr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46D3E505-4788-E583-CA67-C3F1D292B6D5}"/>
                </a:ext>
              </a:extLst>
            </p:cNvPr>
            <p:cNvSpPr txBox="1"/>
            <p:nvPr/>
          </p:nvSpPr>
          <p:spPr>
            <a:xfrm>
              <a:off x="6199185" y="5273159"/>
              <a:ext cx="1457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 = g + h</a:t>
              </a:r>
              <a:endParaRPr lang="el-G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5EB47C8B-1097-D22F-9D56-4B9C7803AF73}"/>
                </a:ext>
              </a:extLst>
            </p:cNvPr>
            <p:cNvSpPr txBox="1"/>
            <p:nvPr/>
          </p:nvSpPr>
          <p:spPr>
            <a:xfrm>
              <a:off x="6199186" y="5602511"/>
              <a:ext cx="4980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 = 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κόστος από το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 node 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μέχρι το τρέχον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node</a:t>
              </a:r>
              <a:endParaRPr lang="el-G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315CF70C-80CE-C699-870B-0CA9BD6FF0CE}"/>
                </a:ext>
              </a:extLst>
            </p:cNvPr>
            <p:cNvSpPr txBox="1"/>
            <p:nvPr/>
          </p:nvSpPr>
          <p:spPr>
            <a:xfrm>
              <a:off x="6199185" y="5971843"/>
              <a:ext cx="4014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 = 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κόστος </a:t>
              </a:r>
              <a:r>
                <a:rPr lang="el-G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ευριστικής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μέχρι το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End</a:t>
              </a:r>
              <a:r>
                <a:rPr lang="el-G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node</a:t>
              </a:r>
              <a:endParaRPr lang="el-G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40" name="TextBox 1039">
            <a:extLst>
              <a:ext uri="{FF2B5EF4-FFF2-40B4-BE49-F238E27FC236}">
                <a16:creationId xmlns:a16="http://schemas.microsoft.com/office/drawing/2014/main" id="{F0BD7D52-FADE-E38C-F9B3-0E91F772ACAB}"/>
              </a:ext>
            </a:extLst>
          </p:cNvPr>
          <p:cNvSpPr txBox="1"/>
          <p:nvPr/>
        </p:nvSpPr>
        <p:spPr>
          <a:xfrm>
            <a:off x="1982790" y="4587359"/>
            <a:ext cx="1457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List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 List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4EDAB00-FCC9-B48C-294C-D3C5D00A0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635" y="4505324"/>
            <a:ext cx="145732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3745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58A9DD-DA3D-D20E-DE86-8DD80762A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40BFB5A0-C366-32AA-15CB-8DA799BE7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Ομάδα 6">
            <a:extLst>
              <a:ext uri="{FF2B5EF4-FFF2-40B4-BE49-F238E27FC236}">
                <a16:creationId xmlns:a16="http://schemas.microsoft.com/office/drawing/2014/main" id="{15926CE3-C89B-78AF-45E8-D6E176F58061}"/>
              </a:ext>
            </a:extLst>
          </p:cNvPr>
          <p:cNvGrpSpPr/>
          <p:nvPr/>
        </p:nvGrpSpPr>
        <p:grpSpPr>
          <a:xfrm>
            <a:off x="8023222" y="3098007"/>
            <a:ext cx="3995739" cy="2407442"/>
            <a:chOff x="8023222" y="3098007"/>
            <a:chExt cx="3995739" cy="2407442"/>
          </a:xfrm>
        </p:grpSpPr>
        <p:grpSp>
          <p:nvGrpSpPr>
            <p:cNvPr id="3" name="Ομάδα 2">
              <a:extLst>
                <a:ext uri="{FF2B5EF4-FFF2-40B4-BE49-F238E27FC236}">
                  <a16:creationId xmlns:a16="http://schemas.microsoft.com/office/drawing/2014/main" id="{B58EF1BB-1CFE-9D57-7E1E-8B40D5D1B38B}"/>
                </a:ext>
              </a:extLst>
            </p:cNvPr>
            <p:cNvGrpSpPr/>
            <p:nvPr/>
          </p:nvGrpSpPr>
          <p:grpSpPr>
            <a:xfrm>
              <a:off x="8023222" y="3098007"/>
              <a:ext cx="3995739" cy="2140743"/>
              <a:chOff x="8023222" y="3098007"/>
              <a:chExt cx="3995739" cy="2140743"/>
            </a:xfrm>
          </p:grpSpPr>
          <p:pic>
            <p:nvPicPr>
              <p:cNvPr id="1034" name="Picture 10">
                <a:extLst>
                  <a:ext uri="{FF2B5EF4-FFF2-40B4-BE49-F238E27FC236}">
                    <a16:creationId xmlns:a16="http://schemas.microsoft.com/office/drawing/2014/main" id="{C01B12F6-206A-D49C-9089-E4B4AFD514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23222" y="3762375"/>
                <a:ext cx="1457325" cy="10096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5" name="Picture 11">
                <a:extLst>
                  <a:ext uri="{FF2B5EF4-FFF2-40B4-BE49-F238E27FC236}">
                    <a16:creationId xmlns:a16="http://schemas.microsoft.com/office/drawing/2014/main" id="{7957DF05-96C1-2A3A-95DD-A14E30B4B1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61636" y="3098007"/>
                <a:ext cx="1457325" cy="10001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5" name="Γραμμή σύνδεσης: Γωνιώδης 24">
                <a:extLst>
                  <a:ext uri="{FF2B5EF4-FFF2-40B4-BE49-F238E27FC236}">
                    <a16:creationId xmlns:a16="http://schemas.microsoft.com/office/drawing/2014/main" id="{64FCC64B-D52D-F9BF-7F31-56731BE190B4}"/>
                  </a:ext>
                </a:extLst>
              </p:cNvPr>
              <p:cNvCxnSpPr>
                <a:stCxn id="1034" idx="3"/>
                <a:endCxn id="1035" idx="1"/>
              </p:cNvCxnSpPr>
              <p:nvPr/>
            </p:nvCxnSpPr>
            <p:spPr>
              <a:xfrm flipV="1">
                <a:off x="9480547" y="3598070"/>
                <a:ext cx="1081089" cy="669130"/>
              </a:xfrm>
              <a:prstGeom prst="bentConnector3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Γραμμή σύνδεσης: Γωνιώδης 26">
                <a:extLst>
                  <a:ext uri="{FF2B5EF4-FFF2-40B4-BE49-F238E27FC236}">
                    <a16:creationId xmlns:a16="http://schemas.microsoft.com/office/drawing/2014/main" id="{FB21D45D-3E57-A112-9B14-DE42630A4479}"/>
                  </a:ext>
                </a:extLst>
              </p:cNvPr>
              <p:cNvCxnSpPr>
                <a:cxnSpLocks/>
                <a:stCxn id="1034" idx="3"/>
              </p:cNvCxnSpPr>
              <p:nvPr/>
            </p:nvCxnSpPr>
            <p:spPr>
              <a:xfrm>
                <a:off x="9480547" y="4267200"/>
                <a:ext cx="1081089" cy="738187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" name="Picture 6">
                <a:extLst>
                  <a:ext uri="{FF2B5EF4-FFF2-40B4-BE49-F238E27FC236}">
                    <a16:creationId xmlns:a16="http://schemas.microsoft.com/office/drawing/2014/main" id="{01E8FF76-EA29-7470-F361-900E9D5F83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18674" y="3350259"/>
                <a:ext cx="714375" cy="4667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7">
                <a:extLst>
                  <a:ext uri="{FF2B5EF4-FFF2-40B4-BE49-F238E27FC236}">
                    <a16:creationId xmlns:a16="http://schemas.microsoft.com/office/drawing/2014/main" id="{0D07A933-184B-5889-2162-284DABB681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18674" y="4772025"/>
                <a:ext cx="714375" cy="4667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6ED173F3-0437-5BDB-6D33-CBEC915C49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1635" y="4505324"/>
              <a:ext cx="1457325" cy="1000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23725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81481E-6 L -0.56159 -0.1076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086" y="-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3F91DFB-3254-9747-4B31-BF776902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0BC5813C-F1BD-ED02-CC96-DF121995F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28" name="Ομάδα 3927">
            <a:extLst>
              <a:ext uri="{FF2B5EF4-FFF2-40B4-BE49-F238E27FC236}">
                <a16:creationId xmlns:a16="http://schemas.microsoft.com/office/drawing/2014/main" id="{296093AD-3FF9-2C2C-BA56-55A3B10CBBF7}"/>
              </a:ext>
            </a:extLst>
          </p:cNvPr>
          <p:cNvGrpSpPr/>
          <p:nvPr/>
        </p:nvGrpSpPr>
        <p:grpSpPr>
          <a:xfrm>
            <a:off x="1180421" y="2325863"/>
            <a:ext cx="3995739" cy="2407442"/>
            <a:chOff x="8023222" y="3098007"/>
            <a:chExt cx="3995739" cy="2407442"/>
          </a:xfrm>
        </p:grpSpPr>
        <p:grpSp>
          <p:nvGrpSpPr>
            <p:cNvPr id="3929" name="Ομάδα 3928">
              <a:extLst>
                <a:ext uri="{FF2B5EF4-FFF2-40B4-BE49-F238E27FC236}">
                  <a16:creationId xmlns:a16="http://schemas.microsoft.com/office/drawing/2014/main" id="{C310D242-3E33-25F4-52F4-D914676A0818}"/>
                </a:ext>
              </a:extLst>
            </p:cNvPr>
            <p:cNvGrpSpPr/>
            <p:nvPr/>
          </p:nvGrpSpPr>
          <p:grpSpPr>
            <a:xfrm>
              <a:off x="8023222" y="3098007"/>
              <a:ext cx="3995739" cy="2140743"/>
              <a:chOff x="8023222" y="3098007"/>
              <a:chExt cx="3995739" cy="2140743"/>
            </a:xfrm>
          </p:grpSpPr>
          <p:pic>
            <p:nvPicPr>
              <p:cNvPr id="3931" name="Picture 10">
                <a:extLst>
                  <a:ext uri="{FF2B5EF4-FFF2-40B4-BE49-F238E27FC236}">
                    <a16:creationId xmlns:a16="http://schemas.microsoft.com/office/drawing/2014/main" id="{4398FA2E-2293-35EA-238F-179E9144F0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23222" y="3762375"/>
                <a:ext cx="1457325" cy="10096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32" name="Picture 11">
                <a:extLst>
                  <a:ext uri="{FF2B5EF4-FFF2-40B4-BE49-F238E27FC236}">
                    <a16:creationId xmlns:a16="http://schemas.microsoft.com/office/drawing/2014/main" id="{4C1E62F4-5BA8-E468-60B6-B94CF2067A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61636" y="3098007"/>
                <a:ext cx="1457325" cy="10001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933" name="Γραμμή σύνδεσης: Γωνιώδης 3932">
                <a:extLst>
                  <a:ext uri="{FF2B5EF4-FFF2-40B4-BE49-F238E27FC236}">
                    <a16:creationId xmlns:a16="http://schemas.microsoft.com/office/drawing/2014/main" id="{CACC4FD8-094C-E098-996A-1596DBFDC5CC}"/>
                  </a:ext>
                </a:extLst>
              </p:cNvPr>
              <p:cNvCxnSpPr>
                <a:stCxn id="3931" idx="3"/>
                <a:endCxn id="3932" idx="1"/>
              </p:cNvCxnSpPr>
              <p:nvPr/>
            </p:nvCxnSpPr>
            <p:spPr>
              <a:xfrm flipV="1">
                <a:off x="9480547" y="3598070"/>
                <a:ext cx="1081089" cy="669130"/>
              </a:xfrm>
              <a:prstGeom prst="bentConnector3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4" name="Γραμμή σύνδεσης: Γωνιώδης 3933">
                <a:extLst>
                  <a:ext uri="{FF2B5EF4-FFF2-40B4-BE49-F238E27FC236}">
                    <a16:creationId xmlns:a16="http://schemas.microsoft.com/office/drawing/2014/main" id="{45A5227F-76CF-26E4-BD9C-59057EC19B3C}"/>
                  </a:ext>
                </a:extLst>
              </p:cNvPr>
              <p:cNvCxnSpPr>
                <a:cxnSpLocks/>
                <a:stCxn id="3931" idx="3"/>
              </p:cNvCxnSpPr>
              <p:nvPr/>
            </p:nvCxnSpPr>
            <p:spPr>
              <a:xfrm>
                <a:off x="9480547" y="4267200"/>
                <a:ext cx="1081089" cy="738187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935" name="Picture 6">
                <a:extLst>
                  <a:ext uri="{FF2B5EF4-FFF2-40B4-BE49-F238E27FC236}">
                    <a16:creationId xmlns:a16="http://schemas.microsoft.com/office/drawing/2014/main" id="{AD6050D4-5901-7CC6-C68E-0A8E1948AC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18674" y="3350259"/>
                <a:ext cx="714375" cy="4667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36" name="Picture 7">
                <a:extLst>
                  <a:ext uri="{FF2B5EF4-FFF2-40B4-BE49-F238E27FC236}">
                    <a16:creationId xmlns:a16="http://schemas.microsoft.com/office/drawing/2014/main" id="{917D4277-A68B-1893-59E0-311FFDFCFE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18674" y="4772025"/>
                <a:ext cx="714375" cy="4667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930" name="Picture 2">
              <a:extLst>
                <a:ext uri="{FF2B5EF4-FFF2-40B4-BE49-F238E27FC236}">
                  <a16:creationId xmlns:a16="http://schemas.microsoft.com/office/drawing/2014/main" id="{5E933DF2-77F4-F06C-6081-179A34BBDD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1635" y="4505324"/>
              <a:ext cx="1457325" cy="1000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937" name="Picture 8">
            <a:extLst>
              <a:ext uri="{FF2B5EF4-FFF2-40B4-BE49-F238E27FC236}">
                <a16:creationId xmlns:a16="http://schemas.microsoft.com/office/drawing/2014/main" id="{3A4913AD-3E68-BF1C-FABC-6A375B0BA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352" y="3733180"/>
            <a:ext cx="145732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38" name="Picture 9">
            <a:extLst>
              <a:ext uri="{FF2B5EF4-FFF2-40B4-BE49-F238E27FC236}">
                <a16:creationId xmlns:a16="http://schemas.microsoft.com/office/drawing/2014/main" id="{8C945D32-A7F0-1B99-9773-8873F2026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870" y="2544777"/>
            <a:ext cx="1466850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39" name="Picture 10">
            <a:extLst>
              <a:ext uri="{FF2B5EF4-FFF2-40B4-BE49-F238E27FC236}">
                <a16:creationId xmlns:a16="http://schemas.microsoft.com/office/drawing/2014/main" id="{3C7C90C2-E0E7-6F3B-ED88-612200FB9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870" y="3723655"/>
            <a:ext cx="14668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40" name="Picture 11">
            <a:extLst>
              <a:ext uri="{FF2B5EF4-FFF2-40B4-BE49-F238E27FC236}">
                <a16:creationId xmlns:a16="http://schemas.microsoft.com/office/drawing/2014/main" id="{B1E9DDC8-8326-F6BA-C349-99773C68D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870" y="4912058"/>
            <a:ext cx="14668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41" name="Picture 12">
            <a:extLst>
              <a:ext uri="{FF2B5EF4-FFF2-40B4-BE49-F238E27FC236}">
                <a16:creationId xmlns:a16="http://schemas.microsoft.com/office/drawing/2014/main" id="{20F3BC0D-D5C3-64E4-82CA-98E77071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1913" y="3392028"/>
            <a:ext cx="146685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43" name="Ευθύγραμμο βέλος σύνδεσης 3942">
            <a:extLst>
              <a:ext uri="{FF2B5EF4-FFF2-40B4-BE49-F238E27FC236}">
                <a16:creationId xmlns:a16="http://schemas.microsoft.com/office/drawing/2014/main" id="{0988B503-E4AC-F17D-8FB4-2840511DB017}"/>
              </a:ext>
            </a:extLst>
          </p:cNvPr>
          <p:cNvCxnSpPr>
            <a:stCxn id="3930" idx="3"/>
            <a:endCxn id="3937" idx="1"/>
          </p:cNvCxnSpPr>
          <p:nvPr/>
        </p:nvCxnSpPr>
        <p:spPr>
          <a:xfrm>
            <a:off x="5176159" y="4233243"/>
            <a:ext cx="3071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5" name="Ευθύγραμμο βέλος σύνδεσης 3944">
            <a:extLst>
              <a:ext uri="{FF2B5EF4-FFF2-40B4-BE49-F238E27FC236}">
                <a16:creationId xmlns:a16="http://schemas.microsoft.com/office/drawing/2014/main" id="{8336CC38-CB84-8AFC-EE1E-86CACD595A5F}"/>
              </a:ext>
            </a:extLst>
          </p:cNvPr>
          <p:cNvCxnSpPr>
            <a:stCxn id="3939" idx="3"/>
            <a:endCxn id="3941" idx="1"/>
          </p:cNvCxnSpPr>
          <p:nvPr/>
        </p:nvCxnSpPr>
        <p:spPr>
          <a:xfrm>
            <a:off x="8714720" y="4228480"/>
            <a:ext cx="307193" cy="17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7" name="Ευθύγραμμο βέλος σύνδεσης 3946">
            <a:extLst>
              <a:ext uri="{FF2B5EF4-FFF2-40B4-BE49-F238E27FC236}">
                <a16:creationId xmlns:a16="http://schemas.microsoft.com/office/drawing/2014/main" id="{A425F24A-77A1-F301-FCCE-85F33019D1BF}"/>
              </a:ext>
            </a:extLst>
          </p:cNvPr>
          <p:cNvCxnSpPr>
            <a:stCxn id="3937" idx="3"/>
            <a:endCxn id="3939" idx="1"/>
          </p:cNvCxnSpPr>
          <p:nvPr/>
        </p:nvCxnSpPr>
        <p:spPr>
          <a:xfrm flipV="1">
            <a:off x="6940677" y="4228480"/>
            <a:ext cx="307193" cy="4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9" name="Γραμμή σύνδεσης: Γωνιώδης 3948">
            <a:extLst>
              <a:ext uri="{FF2B5EF4-FFF2-40B4-BE49-F238E27FC236}">
                <a16:creationId xmlns:a16="http://schemas.microsoft.com/office/drawing/2014/main" id="{1847B662-0FAC-0ACF-6ABD-5D9563F714C3}"/>
              </a:ext>
            </a:extLst>
          </p:cNvPr>
          <p:cNvCxnSpPr>
            <a:stCxn id="3937" idx="3"/>
            <a:endCxn id="3938" idx="1"/>
          </p:cNvCxnSpPr>
          <p:nvPr/>
        </p:nvCxnSpPr>
        <p:spPr>
          <a:xfrm flipV="1">
            <a:off x="6940677" y="3044840"/>
            <a:ext cx="307193" cy="118840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1" name="Γραμμή σύνδεσης: Γωνιώδης 3950">
            <a:extLst>
              <a:ext uri="{FF2B5EF4-FFF2-40B4-BE49-F238E27FC236}">
                <a16:creationId xmlns:a16="http://schemas.microsoft.com/office/drawing/2014/main" id="{EEAC05E8-93AB-B1BB-F231-5E27FF0E9671}"/>
              </a:ext>
            </a:extLst>
          </p:cNvPr>
          <p:cNvCxnSpPr>
            <a:stCxn id="3937" idx="3"/>
            <a:endCxn id="3940" idx="1"/>
          </p:cNvCxnSpPr>
          <p:nvPr/>
        </p:nvCxnSpPr>
        <p:spPr>
          <a:xfrm>
            <a:off x="6940677" y="4233243"/>
            <a:ext cx="307193" cy="118364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3" name="Γραμμή σύνδεσης: Γωνιώδης 3952">
            <a:extLst>
              <a:ext uri="{FF2B5EF4-FFF2-40B4-BE49-F238E27FC236}">
                <a16:creationId xmlns:a16="http://schemas.microsoft.com/office/drawing/2014/main" id="{A2657820-5438-961D-96CA-BEA073A7ABAD}"/>
              </a:ext>
            </a:extLst>
          </p:cNvPr>
          <p:cNvCxnSpPr>
            <a:stCxn id="3938" idx="3"/>
            <a:endCxn id="3941" idx="1"/>
          </p:cNvCxnSpPr>
          <p:nvPr/>
        </p:nvCxnSpPr>
        <p:spPr>
          <a:xfrm>
            <a:off x="8714720" y="3044840"/>
            <a:ext cx="307193" cy="11853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5" name="Γραμμή σύνδεσης: Γωνιώδης 3954">
            <a:extLst>
              <a:ext uri="{FF2B5EF4-FFF2-40B4-BE49-F238E27FC236}">
                <a16:creationId xmlns:a16="http://schemas.microsoft.com/office/drawing/2014/main" id="{DA860066-A2AB-EE0C-F89B-6EF1A797D616}"/>
              </a:ext>
            </a:extLst>
          </p:cNvPr>
          <p:cNvCxnSpPr>
            <a:stCxn id="3940" idx="3"/>
            <a:endCxn id="3941" idx="1"/>
          </p:cNvCxnSpPr>
          <p:nvPr/>
        </p:nvCxnSpPr>
        <p:spPr>
          <a:xfrm flipV="1">
            <a:off x="8714720" y="4230228"/>
            <a:ext cx="307193" cy="118665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7" name="Γραμμή σύνδεσης: Γωνιώδης 3956">
            <a:extLst>
              <a:ext uri="{FF2B5EF4-FFF2-40B4-BE49-F238E27FC236}">
                <a16:creationId xmlns:a16="http://schemas.microsoft.com/office/drawing/2014/main" id="{593D1BFC-C20B-AE0B-EEE0-E4C66BBF5800}"/>
              </a:ext>
            </a:extLst>
          </p:cNvPr>
          <p:cNvCxnSpPr>
            <a:stCxn id="3941" idx="3"/>
          </p:cNvCxnSpPr>
          <p:nvPr/>
        </p:nvCxnSpPr>
        <p:spPr>
          <a:xfrm flipH="1">
            <a:off x="1180421" y="4230228"/>
            <a:ext cx="9308342" cy="1979653"/>
          </a:xfrm>
          <a:prstGeom prst="bentConnector3">
            <a:avLst>
              <a:gd name="adj1" fmla="val -245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958" name="Picture 1">
            <a:extLst>
              <a:ext uri="{FF2B5EF4-FFF2-40B4-BE49-F238E27FC236}">
                <a16:creationId xmlns:a16="http://schemas.microsoft.com/office/drawing/2014/main" id="{8F7CD05A-D9E4-F48E-83C8-3E6FFF56C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099" y="5994674"/>
            <a:ext cx="1180985" cy="465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84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E24454-83C6-6D75-5B6C-7F306138B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4EDD1CD7-2FF9-9BDD-6791-00EA0A478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67" name="Ομάδα 2066">
            <a:extLst>
              <a:ext uri="{FF2B5EF4-FFF2-40B4-BE49-F238E27FC236}">
                <a16:creationId xmlns:a16="http://schemas.microsoft.com/office/drawing/2014/main" id="{F1358C6A-1FD3-BFF7-54FF-3C4B22748144}"/>
              </a:ext>
            </a:extLst>
          </p:cNvPr>
          <p:cNvGrpSpPr/>
          <p:nvPr/>
        </p:nvGrpSpPr>
        <p:grpSpPr>
          <a:xfrm>
            <a:off x="170688" y="2386584"/>
            <a:ext cx="11850624" cy="3635081"/>
            <a:chOff x="170688" y="2386584"/>
            <a:chExt cx="11850624" cy="3635081"/>
          </a:xfrm>
        </p:grpSpPr>
        <p:grpSp>
          <p:nvGrpSpPr>
            <p:cNvPr id="2065" name="Ομάδα 2064">
              <a:extLst>
                <a:ext uri="{FF2B5EF4-FFF2-40B4-BE49-F238E27FC236}">
                  <a16:creationId xmlns:a16="http://schemas.microsoft.com/office/drawing/2014/main" id="{763D1CBE-5B6B-1619-D92D-19932AE4DF01}"/>
                </a:ext>
              </a:extLst>
            </p:cNvPr>
            <p:cNvGrpSpPr/>
            <p:nvPr/>
          </p:nvGrpSpPr>
          <p:grpSpPr>
            <a:xfrm>
              <a:off x="170688" y="2386584"/>
              <a:ext cx="11850624" cy="3136392"/>
              <a:chOff x="651538" y="2353722"/>
              <a:chExt cx="10702262" cy="2830926"/>
            </a:xfrm>
          </p:grpSpPr>
          <p:grpSp>
            <p:nvGrpSpPr>
              <p:cNvPr id="3" name="Ομάδα 2">
                <a:extLst>
                  <a:ext uri="{FF2B5EF4-FFF2-40B4-BE49-F238E27FC236}">
                    <a16:creationId xmlns:a16="http://schemas.microsoft.com/office/drawing/2014/main" id="{6BFC4A8D-7948-D297-F7B9-323A86D26281}"/>
                  </a:ext>
                </a:extLst>
              </p:cNvPr>
              <p:cNvGrpSpPr/>
              <p:nvPr/>
            </p:nvGrpSpPr>
            <p:grpSpPr>
              <a:xfrm>
                <a:off x="7093348" y="3054829"/>
                <a:ext cx="4260452" cy="2129819"/>
                <a:chOff x="4027483" y="1940603"/>
                <a:chExt cx="6915154" cy="3519255"/>
              </a:xfrm>
            </p:grpSpPr>
            <p:pic>
              <p:nvPicPr>
                <p:cNvPr id="2051" name="Picture 3">
                  <a:extLst>
                    <a:ext uri="{FF2B5EF4-FFF2-40B4-BE49-F238E27FC236}">
                      <a16:creationId xmlns:a16="http://schemas.microsoft.com/office/drawing/2014/main" id="{28B07838-843C-BEE0-33A0-2A8671D40C3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027483" y="3200168"/>
                  <a:ext cx="1457325" cy="10001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52" name="Picture 4">
                  <a:extLst>
                    <a:ext uri="{FF2B5EF4-FFF2-40B4-BE49-F238E27FC236}">
                      <a16:creationId xmlns:a16="http://schemas.microsoft.com/office/drawing/2014/main" id="{E3CD5333-35BD-37DB-5621-B7D376C348D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37234" y="3200168"/>
                  <a:ext cx="1457325" cy="10001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54" name="Picture 6">
                  <a:extLst>
                    <a:ext uri="{FF2B5EF4-FFF2-40B4-BE49-F238E27FC236}">
                      <a16:creationId xmlns:a16="http://schemas.microsoft.com/office/drawing/2014/main" id="{79DEA990-50C4-462D-C78C-53573CB3B95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475787" y="2857268"/>
                  <a:ext cx="1466850" cy="16764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4" name="Ευθύγραμμο βέλος σύνδεσης 13">
                  <a:extLst>
                    <a:ext uri="{FF2B5EF4-FFF2-40B4-BE49-F238E27FC236}">
                      <a16:creationId xmlns:a16="http://schemas.microsoft.com/office/drawing/2014/main" id="{3E00D6F5-20DF-D5D0-2990-846C01550D7E}"/>
                    </a:ext>
                  </a:extLst>
                </p:cNvPr>
                <p:cNvCxnSpPr>
                  <a:stCxn id="2051" idx="3"/>
                  <a:endCxn id="2052" idx="1"/>
                </p:cNvCxnSpPr>
                <p:nvPr/>
              </p:nvCxnSpPr>
              <p:spPr>
                <a:xfrm>
                  <a:off x="5484808" y="3700231"/>
                  <a:ext cx="352426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3073" name="Picture 1">
                  <a:extLst>
                    <a:ext uri="{FF2B5EF4-FFF2-40B4-BE49-F238E27FC236}">
                      <a16:creationId xmlns:a16="http://schemas.microsoft.com/office/drawing/2014/main" id="{F2B73107-BE80-ACFF-A5B4-991F8DCFA05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51748" y="3190643"/>
                  <a:ext cx="1466850" cy="10096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074" name="Picture 2">
                  <a:extLst>
                    <a:ext uri="{FF2B5EF4-FFF2-40B4-BE49-F238E27FC236}">
                      <a16:creationId xmlns:a16="http://schemas.microsoft.com/office/drawing/2014/main" id="{7A30578A-B3BA-32DC-7033-714DF81EF6F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51748" y="1940603"/>
                  <a:ext cx="1466850" cy="10001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075" name="Picture 3">
                  <a:extLst>
                    <a:ext uri="{FF2B5EF4-FFF2-40B4-BE49-F238E27FC236}">
                      <a16:creationId xmlns:a16="http://schemas.microsoft.com/office/drawing/2014/main" id="{1AF81D46-AE77-2631-7F2E-55D893B305F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79065" y="4450208"/>
                  <a:ext cx="1466850" cy="10096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22" name="Γραμμή σύνδεσης: Γωνιώδης 21">
                  <a:extLst>
                    <a:ext uri="{FF2B5EF4-FFF2-40B4-BE49-F238E27FC236}">
                      <a16:creationId xmlns:a16="http://schemas.microsoft.com/office/drawing/2014/main" id="{D2C48B03-E6D5-A589-53B6-33DE9CECA90E}"/>
                    </a:ext>
                  </a:extLst>
                </p:cNvPr>
                <p:cNvCxnSpPr>
                  <a:stCxn id="2052" idx="3"/>
                  <a:endCxn id="3074" idx="1"/>
                </p:cNvCxnSpPr>
                <p:nvPr/>
              </p:nvCxnSpPr>
              <p:spPr>
                <a:xfrm flipV="1">
                  <a:off x="7294559" y="2440666"/>
                  <a:ext cx="357189" cy="1259565"/>
                </a:xfrm>
                <a:prstGeom prst="bentConnector3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Γραμμή σύνδεσης: Γωνιώδης 23">
                  <a:extLst>
                    <a:ext uri="{FF2B5EF4-FFF2-40B4-BE49-F238E27FC236}">
                      <a16:creationId xmlns:a16="http://schemas.microsoft.com/office/drawing/2014/main" id="{CB933AB4-2B84-D937-927D-2AD1A27A329F}"/>
                    </a:ext>
                  </a:extLst>
                </p:cNvPr>
                <p:cNvCxnSpPr>
                  <a:stCxn id="2052" idx="3"/>
                  <a:endCxn id="3075" idx="1"/>
                </p:cNvCxnSpPr>
                <p:nvPr/>
              </p:nvCxnSpPr>
              <p:spPr>
                <a:xfrm>
                  <a:off x="7294559" y="3700231"/>
                  <a:ext cx="384506" cy="1254802"/>
                </a:xfrm>
                <a:prstGeom prst="bentConnector3">
                  <a:avLst>
                    <a:gd name="adj1" fmla="val 45513"/>
                  </a:avLst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Ευθύγραμμο βέλος σύνδεσης 27">
                  <a:extLst>
                    <a:ext uri="{FF2B5EF4-FFF2-40B4-BE49-F238E27FC236}">
                      <a16:creationId xmlns:a16="http://schemas.microsoft.com/office/drawing/2014/main" id="{68365654-DE9C-6902-5EC9-4E9C69F3947F}"/>
                    </a:ext>
                  </a:extLst>
                </p:cNvPr>
                <p:cNvCxnSpPr>
                  <a:stCxn id="2052" idx="3"/>
                  <a:endCxn id="3073" idx="1"/>
                </p:cNvCxnSpPr>
                <p:nvPr/>
              </p:nvCxnSpPr>
              <p:spPr>
                <a:xfrm flipV="1">
                  <a:off x="7294559" y="3695468"/>
                  <a:ext cx="357189" cy="476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Ευθύγραμμο βέλος σύνδεσης 30">
                  <a:extLst>
                    <a:ext uri="{FF2B5EF4-FFF2-40B4-BE49-F238E27FC236}">
                      <a16:creationId xmlns:a16="http://schemas.microsoft.com/office/drawing/2014/main" id="{AB2BAC2E-7DE4-1B35-EE1F-CA3A641067D3}"/>
                    </a:ext>
                  </a:extLst>
                </p:cNvPr>
                <p:cNvCxnSpPr>
                  <a:stCxn id="3073" idx="3"/>
                  <a:endCxn id="2054" idx="1"/>
                </p:cNvCxnSpPr>
                <p:nvPr/>
              </p:nvCxnSpPr>
              <p:spPr>
                <a:xfrm>
                  <a:off x="9118598" y="3695468"/>
                  <a:ext cx="357189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5" name="Γραμμή σύνδεσης: Γωνιώδης 2054">
                  <a:extLst>
                    <a:ext uri="{FF2B5EF4-FFF2-40B4-BE49-F238E27FC236}">
                      <a16:creationId xmlns:a16="http://schemas.microsoft.com/office/drawing/2014/main" id="{2069F856-BF5A-F0DF-C92D-373A162B03AB}"/>
                    </a:ext>
                  </a:extLst>
                </p:cNvPr>
                <p:cNvCxnSpPr>
                  <a:stCxn id="3074" idx="3"/>
                  <a:endCxn id="2054" idx="1"/>
                </p:cNvCxnSpPr>
                <p:nvPr/>
              </p:nvCxnSpPr>
              <p:spPr>
                <a:xfrm>
                  <a:off x="9118598" y="2440666"/>
                  <a:ext cx="357189" cy="1254802"/>
                </a:xfrm>
                <a:prstGeom prst="bentConnector3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7" name="Γραμμή σύνδεσης: Γωνιώδης 2056">
                  <a:extLst>
                    <a:ext uri="{FF2B5EF4-FFF2-40B4-BE49-F238E27FC236}">
                      <a16:creationId xmlns:a16="http://schemas.microsoft.com/office/drawing/2014/main" id="{EDD89FA5-71E8-CEBF-93B3-D9DAE771D1AB}"/>
                    </a:ext>
                  </a:extLst>
                </p:cNvPr>
                <p:cNvCxnSpPr>
                  <a:stCxn id="3075" idx="3"/>
                  <a:endCxn id="2054" idx="1"/>
                </p:cNvCxnSpPr>
                <p:nvPr/>
              </p:nvCxnSpPr>
              <p:spPr>
                <a:xfrm flipV="1">
                  <a:off x="9145915" y="3695468"/>
                  <a:ext cx="329872" cy="1259565"/>
                </a:xfrm>
                <a:prstGeom prst="bentConnector3">
                  <a:avLst>
                    <a:gd name="adj1" fmla="val 47385"/>
                  </a:avLst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" name="Ομάδα 2052">
                <a:extLst>
                  <a:ext uri="{FF2B5EF4-FFF2-40B4-BE49-F238E27FC236}">
                    <a16:creationId xmlns:a16="http://schemas.microsoft.com/office/drawing/2014/main" id="{8B1E9972-8B68-70E4-F5A6-91D289D1734B}"/>
                  </a:ext>
                </a:extLst>
              </p:cNvPr>
              <p:cNvGrpSpPr/>
              <p:nvPr/>
            </p:nvGrpSpPr>
            <p:grpSpPr>
              <a:xfrm>
                <a:off x="651538" y="2353722"/>
                <a:ext cx="7340462" cy="1939022"/>
                <a:chOff x="115091" y="2207418"/>
                <a:chExt cx="11903870" cy="3126583"/>
              </a:xfrm>
            </p:grpSpPr>
            <p:pic>
              <p:nvPicPr>
                <p:cNvPr id="8" name="Picture 3">
                  <a:extLst>
                    <a:ext uri="{FF2B5EF4-FFF2-40B4-BE49-F238E27FC236}">
                      <a16:creationId xmlns:a16="http://schemas.microsoft.com/office/drawing/2014/main" id="{80933961-B55E-6035-E3D9-0031D027450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5091" y="3050381"/>
                  <a:ext cx="1466850" cy="10001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" name="Picture 4">
                  <a:extLst>
                    <a:ext uri="{FF2B5EF4-FFF2-40B4-BE49-F238E27FC236}">
                      <a16:creationId xmlns:a16="http://schemas.microsoft.com/office/drawing/2014/main" id="{B04D1D4E-AEE0-5A21-12D9-50CFD6BB61C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84374" y="2712244"/>
                  <a:ext cx="1457325" cy="16764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" name="Picture 5">
                  <a:extLst>
                    <a:ext uri="{FF2B5EF4-FFF2-40B4-BE49-F238E27FC236}">
                      <a16:creationId xmlns:a16="http://schemas.microsoft.com/office/drawing/2014/main" id="{127A7BD4-2EAA-E006-338C-0FE7FDFA44C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08410" y="3050381"/>
                  <a:ext cx="1457325" cy="10001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5" name="Picture 8">
                  <a:extLst>
                    <a:ext uri="{FF2B5EF4-FFF2-40B4-BE49-F238E27FC236}">
                      <a16:creationId xmlns:a16="http://schemas.microsoft.com/office/drawing/2014/main" id="{70147C01-E3A4-88DB-2F68-7A2C65753C9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203954" y="2207418"/>
                  <a:ext cx="1466850" cy="10096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6" name="Picture 9">
                  <a:extLst>
                    <a:ext uri="{FF2B5EF4-FFF2-40B4-BE49-F238E27FC236}">
                      <a16:creationId xmlns:a16="http://schemas.microsoft.com/office/drawing/2014/main" id="{1E1FFEAB-0C34-30E3-8075-DFAB1E28E5C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199186" y="3429000"/>
                  <a:ext cx="1457325" cy="16764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7" name="Picture 10">
                  <a:extLst>
                    <a:ext uri="{FF2B5EF4-FFF2-40B4-BE49-F238E27FC236}">
                      <a16:creationId xmlns:a16="http://schemas.microsoft.com/office/drawing/2014/main" id="{2AE630A5-06A2-E0D2-96C4-404F532FC35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23222" y="3762375"/>
                  <a:ext cx="1457325" cy="10096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8" name="Picture 11">
                  <a:extLst>
                    <a:ext uri="{FF2B5EF4-FFF2-40B4-BE49-F238E27FC236}">
                      <a16:creationId xmlns:a16="http://schemas.microsoft.com/office/drawing/2014/main" id="{9CB1E296-C01A-81F8-B43B-DDC21C81B23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561636" y="3098007"/>
                  <a:ext cx="1457325" cy="10001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19" name="Ευθύγραμμο βέλος σύνδεσης 18">
                  <a:extLst>
                    <a:ext uri="{FF2B5EF4-FFF2-40B4-BE49-F238E27FC236}">
                      <a16:creationId xmlns:a16="http://schemas.microsoft.com/office/drawing/2014/main" id="{DBCB4344-3108-4297-49D3-616E1190BCD1}"/>
                    </a:ext>
                  </a:extLst>
                </p:cNvPr>
                <p:cNvCxnSpPr>
                  <a:stCxn id="8" idx="3"/>
                  <a:endCxn id="9" idx="1"/>
                </p:cNvCxnSpPr>
                <p:nvPr/>
              </p:nvCxnSpPr>
              <p:spPr>
                <a:xfrm>
                  <a:off x="1581941" y="3550444"/>
                  <a:ext cx="402433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Ευθύγραμμο βέλος σύνδεσης 19">
                  <a:extLst>
                    <a:ext uri="{FF2B5EF4-FFF2-40B4-BE49-F238E27FC236}">
                      <a16:creationId xmlns:a16="http://schemas.microsoft.com/office/drawing/2014/main" id="{D49560BD-58C4-1BD4-7C5F-4299DCAB8C68}"/>
                    </a:ext>
                  </a:extLst>
                </p:cNvPr>
                <p:cNvCxnSpPr>
                  <a:stCxn id="9" idx="3"/>
                  <a:endCxn id="13" idx="1"/>
                </p:cNvCxnSpPr>
                <p:nvPr/>
              </p:nvCxnSpPr>
              <p:spPr>
                <a:xfrm>
                  <a:off x="3441699" y="3550444"/>
                  <a:ext cx="366711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Γραμμή σύνδεσης: Γωνιώδης 20">
                  <a:extLst>
                    <a:ext uri="{FF2B5EF4-FFF2-40B4-BE49-F238E27FC236}">
                      <a16:creationId xmlns:a16="http://schemas.microsoft.com/office/drawing/2014/main" id="{28A60DD8-6723-2D51-28C7-95D58D2B036D}"/>
                    </a:ext>
                  </a:extLst>
                </p:cNvPr>
                <p:cNvCxnSpPr>
                  <a:stCxn id="13" idx="3"/>
                  <a:endCxn id="15" idx="1"/>
                </p:cNvCxnSpPr>
                <p:nvPr/>
              </p:nvCxnSpPr>
              <p:spPr>
                <a:xfrm flipV="1">
                  <a:off x="5265735" y="2712243"/>
                  <a:ext cx="938219" cy="838201"/>
                </a:xfrm>
                <a:prstGeom prst="bentConnector3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23" name="Picture 6">
                  <a:extLst>
                    <a:ext uri="{FF2B5EF4-FFF2-40B4-BE49-F238E27FC236}">
                      <a16:creationId xmlns:a16="http://schemas.microsoft.com/office/drawing/2014/main" id="{98058AE0-836C-C0D7-E7B7-0B73C6CE218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75273" y="2478881"/>
                  <a:ext cx="714375" cy="4667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25" name="Γραμμή σύνδεσης: Γωνιώδης 24">
                  <a:extLst>
                    <a:ext uri="{FF2B5EF4-FFF2-40B4-BE49-F238E27FC236}">
                      <a16:creationId xmlns:a16="http://schemas.microsoft.com/office/drawing/2014/main" id="{0AAF873D-7CDF-3C3D-C08C-D0E0DDB3E57E}"/>
                    </a:ext>
                  </a:extLst>
                </p:cNvPr>
                <p:cNvCxnSpPr>
                  <a:stCxn id="13" idx="3"/>
                  <a:endCxn id="16" idx="1"/>
                </p:cNvCxnSpPr>
                <p:nvPr/>
              </p:nvCxnSpPr>
              <p:spPr>
                <a:xfrm>
                  <a:off x="5265735" y="3550444"/>
                  <a:ext cx="933451" cy="716756"/>
                </a:xfrm>
                <a:prstGeom prst="bentConnector3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26" name="Picture 7">
                  <a:extLst>
                    <a:ext uri="{FF2B5EF4-FFF2-40B4-BE49-F238E27FC236}">
                      <a16:creationId xmlns:a16="http://schemas.microsoft.com/office/drawing/2014/main" id="{E8092336-6396-B533-516C-CE59D776C3D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75273" y="4033838"/>
                  <a:ext cx="714375" cy="4667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27" name="Ευθύγραμμο βέλος σύνδεσης 26">
                  <a:extLst>
                    <a:ext uri="{FF2B5EF4-FFF2-40B4-BE49-F238E27FC236}">
                      <a16:creationId xmlns:a16="http://schemas.microsoft.com/office/drawing/2014/main" id="{40A5C32B-E25C-98FB-0886-645A22B8E40F}"/>
                    </a:ext>
                  </a:extLst>
                </p:cNvPr>
                <p:cNvCxnSpPr>
                  <a:stCxn id="16" idx="3"/>
                  <a:endCxn id="17" idx="1"/>
                </p:cNvCxnSpPr>
                <p:nvPr/>
              </p:nvCxnSpPr>
              <p:spPr>
                <a:xfrm>
                  <a:off x="7656511" y="4267200"/>
                  <a:ext cx="366711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Γραμμή σύνδεσης: Γωνιώδης 28">
                  <a:extLst>
                    <a:ext uri="{FF2B5EF4-FFF2-40B4-BE49-F238E27FC236}">
                      <a16:creationId xmlns:a16="http://schemas.microsoft.com/office/drawing/2014/main" id="{6203E083-CD4B-2C3F-B905-4DEAB5C379D4}"/>
                    </a:ext>
                  </a:extLst>
                </p:cNvPr>
                <p:cNvCxnSpPr>
                  <a:stCxn id="17" idx="3"/>
                  <a:endCxn id="18" idx="1"/>
                </p:cNvCxnSpPr>
                <p:nvPr/>
              </p:nvCxnSpPr>
              <p:spPr>
                <a:xfrm flipV="1">
                  <a:off x="9480547" y="3598070"/>
                  <a:ext cx="1081089" cy="669130"/>
                </a:xfrm>
                <a:prstGeom prst="bentConnector3">
                  <a:avLst>
                    <a:gd name="adj1" fmla="val 50001"/>
                  </a:avLst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Γραμμή σύνδεσης: Γωνιώδης 29">
                  <a:extLst>
                    <a:ext uri="{FF2B5EF4-FFF2-40B4-BE49-F238E27FC236}">
                      <a16:creationId xmlns:a16="http://schemas.microsoft.com/office/drawing/2014/main" id="{8AB34086-280C-4B25-43AC-EF2D945C9042}"/>
                    </a:ext>
                  </a:extLst>
                </p:cNvPr>
                <p:cNvCxnSpPr>
                  <a:cxnSpLocks/>
                  <a:stCxn id="17" idx="3"/>
                  <a:endCxn id="2051" idx="1"/>
                </p:cNvCxnSpPr>
                <p:nvPr/>
              </p:nvCxnSpPr>
              <p:spPr>
                <a:xfrm>
                  <a:off x="9480546" y="4267200"/>
                  <a:ext cx="1081090" cy="787838"/>
                </a:xfrm>
                <a:prstGeom prst="bentConnector3">
                  <a:avLst>
                    <a:gd name="adj1" fmla="val 50000"/>
                  </a:avLst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2048" name="Picture 6">
                  <a:extLst>
                    <a:ext uri="{FF2B5EF4-FFF2-40B4-BE49-F238E27FC236}">
                      <a16:creationId xmlns:a16="http://schemas.microsoft.com/office/drawing/2014/main" id="{EBAFACF5-E754-6378-7FB3-A2074F1CDD8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656761" y="3354887"/>
                  <a:ext cx="714375" cy="4667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49" name="Picture 7">
                  <a:extLst>
                    <a:ext uri="{FF2B5EF4-FFF2-40B4-BE49-F238E27FC236}">
                      <a16:creationId xmlns:a16="http://schemas.microsoft.com/office/drawing/2014/main" id="{AC5C8E89-3211-A481-6A4D-8D9557CDB94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656761" y="4867276"/>
                  <a:ext cx="714375" cy="4667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2058" name="Γραμμή σύνδεσης: Γωνιώδης 2057">
                <a:extLst>
                  <a:ext uri="{FF2B5EF4-FFF2-40B4-BE49-F238E27FC236}">
                    <a16:creationId xmlns:a16="http://schemas.microsoft.com/office/drawing/2014/main" id="{CB2E6C05-F586-91DF-B5C3-40CA1EC50958}"/>
                  </a:ext>
                </a:extLst>
              </p:cNvPr>
              <p:cNvCxnSpPr>
                <a:stCxn id="2054" idx="2"/>
                <a:endCxn id="13" idx="2"/>
              </p:cNvCxnSpPr>
              <p:nvPr/>
            </p:nvCxnSpPr>
            <p:spPr>
              <a:xfrm rot="5400000" flipH="1">
                <a:off x="6576447" y="298640"/>
                <a:ext cx="1127372" cy="7523603"/>
              </a:xfrm>
              <a:prstGeom prst="bentConnector3">
                <a:avLst>
                  <a:gd name="adj1" fmla="val -73809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066" name="Picture 1">
              <a:extLst>
                <a:ext uri="{FF2B5EF4-FFF2-40B4-BE49-F238E27FC236}">
                  <a16:creationId xmlns:a16="http://schemas.microsoft.com/office/drawing/2014/main" id="{E2C5B9AA-18B6-B011-4744-7CB8933EEA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3217" y="5556428"/>
              <a:ext cx="1180985" cy="4652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41564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603E5-440C-8B92-B41B-46F504E4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8D1FA1A8-2ADE-5679-787B-F7D046B2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D*lite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E9E1CE16-7AEA-670C-ED01-9982A531C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290" y="3319272"/>
            <a:ext cx="145732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6058894-B2C2-D6B4-1976-4C0EC0508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011" y="3319272"/>
            <a:ext cx="14668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C87C964E-39FC-8497-F4FA-44B0D5390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976" y="3319272"/>
            <a:ext cx="14668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F10FA98-8A5B-996A-315C-8A94918A3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709" y="3319272"/>
            <a:ext cx="267652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563A7A6C-9611-8AE3-D1D5-6143B8AD8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349" y="3319272"/>
            <a:ext cx="267652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EE56410C-4D62-28B5-C239-55E3D885F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176" y="3319272"/>
            <a:ext cx="170497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ύγραμμο βέλος σύνδεσης 4">
            <a:extLst>
              <a:ext uri="{FF2B5EF4-FFF2-40B4-BE49-F238E27FC236}">
                <a16:creationId xmlns:a16="http://schemas.microsoft.com/office/drawing/2014/main" id="{C776DE37-BD8F-A7A3-2359-0DBFBB97B71C}"/>
              </a:ext>
            </a:extLst>
          </p:cNvPr>
          <p:cNvCxnSpPr>
            <a:stCxn id="2049" idx="3"/>
            <a:endCxn id="2" idx="1"/>
          </p:cNvCxnSpPr>
          <p:nvPr/>
        </p:nvCxnSpPr>
        <p:spPr>
          <a:xfrm>
            <a:off x="1427035" y="3824097"/>
            <a:ext cx="1709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Ευθύγραμμο βέλος σύνδεσης 6">
            <a:extLst>
              <a:ext uri="{FF2B5EF4-FFF2-40B4-BE49-F238E27FC236}">
                <a16:creationId xmlns:a16="http://schemas.microsoft.com/office/drawing/2014/main" id="{1E3FBFDD-8D4D-B45D-1799-0260A8BBD933}"/>
              </a:ext>
            </a:extLst>
          </p:cNvPr>
          <p:cNvCxnSpPr>
            <a:stCxn id="2" idx="3"/>
            <a:endCxn id="2051" idx="1"/>
          </p:cNvCxnSpPr>
          <p:nvPr/>
        </p:nvCxnSpPr>
        <p:spPr>
          <a:xfrm>
            <a:off x="3064861" y="3824097"/>
            <a:ext cx="1651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Ευθύγραμμο βέλος σύνδεσης 8">
            <a:extLst>
              <a:ext uri="{FF2B5EF4-FFF2-40B4-BE49-F238E27FC236}">
                <a16:creationId xmlns:a16="http://schemas.microsoft.com/office/drawing/2014/main" id="{2C09B466-1DE7-DBF4-2EF5-D6CE264EA483}"/>
              </a:ext>
            </a:extLst>
          </p:cNvPr>
          <p:cNvCxnSpPr>
            <a:stCxn id="2051" idx="3"/>
            <a:endCxn id="2052" idx="1"/>
          </p:cNvCxnSpPr>
          <p:nvPr/>
        </p:nvCxnSpPr>
        <p:spPr>
          <a:xfrm>
            <a:off x="4696826" y="3824097"/>
            <a:ext cx="2138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Ευθύγραμμο βέλος σύνδεσης 11">
            <a:extLst>
              <a:ext uri="{FF2B5EF4-FFF2-40B4-BE49-F238E27FC236}">
                <a16:creationId xmlns:a16="http://schemas.microsoft.com/office/drawing/2014/main" id="{BC50FD2D-AA09-8ECE-F453-EEB262374D2E}"/>
              </a:ext>
            </a:extLst>
          </p:cNvPr>
          <p:cNvCxnSpPr>
            <a:stCxn id="2052" idx="3"/>
            <a:endCxn id="2053" idx="1"/>
          </p:cNvCxnSpPr>
          <p:nvPr/>
        </p:nvCxnSpPr>
        <p:spPr>
          <a:xfrm>
            <a:off x="7587234" y="3824097"/>
            <a:ext cx="1651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Ευθύγραμμο βέλος σύνδεσης 13">
            <a:extLst>
              <a:ext uri="{FF2B5EF4-FFF2-40B4-BE49-F238E27FC236}">
                <a16:creationId xmlns:a16="http://schemas.microsoft.com/office/drawing/2014/main" id="{A4973DEF-B499-60C5-2AB1-894C3B71F971}"/>
              </a:ext>
            </a:extLst>
          </p:cNvPr>
          <p:cNvCxnSpPr>
            <a:stCxn id="2053" idx="3"/>
            <a:endCxn id="2055" idx="1"/>
          </p:cNvCxnSpPr>
          <p:nvPr/>
        </p:nvCxnSpPr>
        <p:spPr>
          <a:xfrm>
            <a:off x="10428874" y="3824097"/>
            <a:ext cx="116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275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CEF0C3-7645-A833-5FE5-E3540AF5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25302668-7B50-8741-DE04-F3D2C016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D*lite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F87E1E87-CA36-5FBE-71C6-16043E6AB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58" y="3429000"/>
            <a:ext cx="145732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31B207C-CE36-D5F7-6ADF-9ED4BB377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037" y="3427730"/>
            <a:ext cx="25717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70AF92E0-5CA0-28D4-80B4-1B8D79637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214" y="2053114"/>
            <a:ext cx="183832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332C511-E203-FCD6-0DB4-14F8A3C03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214" y="3427730"/>
            <a:ext cx="18478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E788E140-340A-8A95-7AEB-9C6D78814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213" y="4799806"/>
            <a:ext cx="183832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A926823-9F83-2625-346A-532C82ED4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9492" y="3429000"/>
            <a:ext cx="25717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0" name="Ευθύγραμμο βέλος σύνδεσης 2049">
            <a:extLst>
              <a:ext uri="{FF2B5EF4-FFF2-40B4-BE49-F238E27FC236}">
                <a16:creationId xmlns:a16="http://schemas.microsoft.com/office/drawing/2014/main" id="{D853C393-2597-89FF-8E0E-2308CC7EBF7A}"/>
              </a:ext>
            </a:extLst>
          </p:cNvPr>
          <p:cNvCxnSpPr>
            <a:stCxn id="1025" idx="3"/>
            <a:endCxn id="1026" idx="1"/>
          </p:cNvCxnSpPr>
          <p:nvPr/>
        </p:nvCxnSpPr>
        <p:spPr>
          <a:xfrm flipV="1">
            <a:off x="1938083" y="3932555"/>
            <a:ext cx="1028954" cy="1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59" name="Ευθύγραμμο βέλος σύνδεσης 2058">
            <a:extLst>
              <a:ext uri="{FF2B5EF4-FFF2-40B4-BE49-F238E27FC236}">
                <a16:creationId xmlns:a16="http://schemas.microsoft.com/office/drawing/2014/main" id="{6157C911-433F-F694-F649-1CA3379DA488}"/>
              </a:ext>
            </a:extLst>
          </p:cNvPr>
          <p:cNvCxnSpPr>
            <a:stCxn id="1026" idx="3"/>
            <a:endCxn id="1028" idx="1"/>
          </p:cNvCxnSpPr>
          <p:nvPr/>
        </p:nvCxnSpPr>
        <p:spPr>
          <a:xfrm>
            <a:off x="5538787" y="3932555"/>
            <a:ext cx="8764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1" name="Ευθύγραμμο βέλος σύνδεσης 2060">
            <a:extLst>
              <a:ext uri="{FF2B5EF4-FFF2-40B4-BE49-F238E27FC236}">
                <a16:creationId xmlns:a16="http://schemas.microsoft.com/office/drawing/2014/main" id="{99EB93F2-7648-2CBB-4F9F-5836750572A0}"/>
              </a:ext>
            </a:extLst>
          </p:cNvPr>
          <p:cNvCxnSpPr>
            <a:stCxn id="1028" idx="3"/>
            <a:endCxn id="1030" idx="1"/>
          </p:cNvCxnSpPr>
          <p:nvPr/>
        </p:nvCxnSpPr>
        <p:spPr>
          <a:xfrm>
            <a:off x="8263064" y="3932555"/>
            <a:ext cx="876428" cy="1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3" name="Γραμμή σύνδεσης: Γωνιώδης 2062">
            <a:extLst>
              <a:ext uri="{FF2B5EF4-FFF2-40B4-BE49-F238E27FC236}">
                <a16:creationId xmlns:a16="http://schemas.microsoft.com/office/drawing/2014/main" id="{402E26B4-05F5-D8B5-AB64-AAA49D39AF08}"/>
              </a:ext>
            </a:extLst>
          </p:cNvPr>
          <p:cNvCxnSpPr>
            <a:stCxn id="1026" idx="3"/>
            <a:endCxn id="1027" idx="1"/>
          </p:cNvCxnSpPr>
          <p:nvPr/>
        </p:nvCxnSpPr>
        <p:spPr>
          <a:xfrm flipV="1">
            <a:off x="5538787" y="2557939"/>
            <a:ext cx="876427" cy="13746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8" name="Γραμμή σύνδεσης: Γωνιώδης 2067">
            <a:extLst>
              <a:ext uri="{FF2B5EF4-FFF2-40B4-BE49-F238E27FC236}">
                <a16:creationId xmlns:a16="http://schemas.microsoft.com/office/drawing/2014/main" id="{11625D5B-4FF7-49C5-EF2B-E8D74A56700D}"/>
              </a:ext>
            </a:extLst>
          </p:cNvPr>
          <p:cNvCxnSpPr>
            <a:stCxn id="1026" idx="3"/>
            <a:endCxn id="1029" idx="1"/>
          </p:cNvCxnSpPr>
          <p:nvPr/>
        </p:nvCxnSpPr>
        <p:spPr>
          <a:xfrm>
            <a:off x="5538787" y="3932555"/>
            <a:ext cx="876426" cy="136731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0" name="Γραμμή σύνδεσης: Γωνιώδης 2069">
            <a:extLst>
              <a:ext uri="{FF2B5EF4-FFF2-40B4-BE49-F238E27FC236}">
                <a16:creationId xmlns:a16="http://schemas.microsoft.com/office/drawing/2014/main" id="{710D97EF-B178-894A-5D9C-CFE99038DD1E}"/>
              </a:ext>
            </a:extLst>
          </p:cNvPr>
          <p:cNvCxnSpPr>
            <a:stCxn id="1027" idx="3"/>
            <a:endCxn id="1030" idx="1"/>
          </p:cNvCxnSpPr>
          <p:nvPr/>
        </p:nvCxnSpPr>
        <p:spPr>
          <a:xfrm>
            <a:off x="8253539" y="2557939"/>
            <a:ext cx="885953" cy="13758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2" name="Γραμμή σύνδεσης: Γωνιώδης 2071">
            <a:extLst>
              <a:ext uri="{FF2B5EF4-FFF2-40B4-BE49-F238E27FC236}">
                <a16:creationId xmlns:a16="http://schemas.microsoft.com/office/drawing/2014/main" id="{4869C959-2048-74EA-94CF-72AE8E164267}"/>
              </a:ext>
            </a:extLst>
          </p:cNvPr>
          <p:cNvCxnSpPr>
            <a:stCxn id="1029" idx="3"/>
            <a:endCxn id="1030" idx="1"/>
          </p:cNvCxnSpPr>
          <p:nvPr/>
        </p:nvCxnSpPr>
        <p:spPr>
          <a:xfrm flipV="1">
            <a:off x="8253538" y="3933825"/>
            <a:ext cx="885954" cy="136604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4" name="Ευθύγραμμο βέλος σύνδεσης 2073">
            <a:extLst>
              <a:ext uri="{FF2B5EF4-FFF2-40B4-BE49-F238E27FC236}">
                <a16:creationId xmlns:a16="http://schemas.microsoft.com/office/drawing/2014/main" id="{BDA4C68F-C26B-CE13-8C26-5F96AB231972}"/>
              </a:ext>
            </a:extLst>
          </p:cNvPr>
          <p:cNvCxnSpPr>
            <a:stCxn id="1030" idx="3"/>
          </p:cNvCxnSpPr>
          <p:nvPr/>
        </p:nvCxnSpPr>
        <p:spPr>
          <a:xfrm flipV="1">
            <a:off x="11711242" y="3932555"/>
            <a:ext cx="386270" cy="1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75" name="TextBox 2074">
            <a:extLst>
              <a:ext uri="{FF2B5EF4-FFF2-40B4-BE49-F238E27FC236}">
                <a16:creationId xmlns:a16="http://schemas.microsoft.com/office/drawing/2014/main" id="{BF469FBE-DF8B-9803-C812-616DC68DF571}"/>
              </a:ext>
            </a:extLst>
          </p:cNvPr>
          <p:cNvSpPr txBox="1"/>
          <p:nvPr/>
        </p:nvSpPr>
        <p:spPr>
          <a:xfrm>
            <a:off x="480758" y="4799806"/>
            <a:ext cx="4901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rhs</a:t>
            </a:r>
            <a:r>
              <a:rPr lang="en-US" dirty="0"/>
              <a:t>(s) = </a:t>
            </a:r>
            <a:r>
              <a:rPr lang="el-GR" dirty="0"/>
              <a:t>κόστος κόμβου, άμεσα μεταβαλλόμενο από τις αλλαγές</a:t>
            </a:r>
          </a:p>
        </p:txBody>
      </p:sp>
    </p:spTree>
    <p:extLst>
      <p:ext uri="{BB962C8B-B14F-4D97-AF65-F5344CB8AC3E}">
        <p14:creationId xmlns:p14="http://schemas.microsoft.com/office/powerpoint/2010/main" val="3712259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F15F6B-19EB-7DEE-F038-2982CF50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4733F466-46DB-E1BD-D377-C13EDF2D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D*lite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47C2806-469C-D1A5-5878-F8EC8619E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9492" y="3429000"/>
            <a:ext cx="25717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116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1.11111E-6 L -0.75013 -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1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D3E3FF-4F5B-67E4-846A-1EE4CDA1A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6" name="Γραμμή σύνδεσης: Γωνιώδης 2065">
            <a:extLst>
              <a:ext uri="{FF2B5EF4-FFF2-40B4-BE49-F238E27FC236}">
                <a16:creationId xmlns:a16="http://schemas.microsoft.com/office/drawing/2014/main" id="{AE985968-5AC5-1153-E81E-47DC68316DE5}"/>
              </a:ext>
            </a:extLst>
          </p:cNvPr>
          <p:cNvCxnSpPr>
            <a:stCxn id="2055" idx="2"/>
            <a:endCxn id="1030" idx="2"/>
          </p:cNvCxnSpPr>
          <p:nvPr/>
        </p:nvCxnSpPr>
        <p:spPr>
          <a:xfrm rot="5400000">
            <a:off x="6293835" y="-569309"/>
            <a:ext cx="12700" cy="10015919"/>
          </a:xfrm>
          <a:prstGeom prst="bentConnector3">
            <a:avLst>
              <a:gd name="adj1" fmla="val 1509230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3" name="Γραμμή σύνδεσης: Γωνιώδης 2062">
            <a:extLst>
              <a:ext uri="{FF2B5EF4-FFF2-40B4-BE49-F238E27FC236}">
                <a16:creationId xmlns:a16="http://schemas.microsoft.com/office/drawing/2014/main" id="{D517F966-54BB-C43F-7307-86728F91438D}"/>
              </a:ext>
            </a:extLst>
          </p:cNvPr>
          <p:cNvCxnSpPr>
            <a:stCxn id="2054" idx="2"/>
            <a:endCxn id="1030" idx="2"/>
          </p:cNvCxnSpPr>
          <p:nvPr/>
        </p:nvCxnSpPr>
        <p:spPr>
          <a:xfrm rot="5400000">
            <a:off x="5606845" y="-1256300"/>
            <a:ext cx="1373981" cy="10015919"/>
          </a:xfrm>
          <a:prstGeom prst="bentConnector3">
            <a:avLst>
              <a:gd name="adj1" fmla="val 23877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Τίτλος 3">
            <a:extLst>
              <a:ext uri="{FF2B5EF4-FFF2-40B4-BE49-F238E27FC236}">
                <a16:creationId xmlns:a16="http://schemas.microsoft.com/office/drawing/2014/main" id="{840866C9-761C-1482-9E2B-76DF37C3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D*lite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54B8B7C-3A1E-1471-ED0C-1C599C04F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25717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">
            <a:extLst>
              <a:ext uri="{FF2B5EF4-FFF2-40B4-BE49-F238E27FC236}">
                <a16:creationId xmlns:a16="http://schemas.microsoft.com/office/drawing/2014/main" id="{45EED285-BCD6-1087-9865-DA756B1C1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014" y="2055019"/>
            <a:ext cx="183832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6CBFEAF-317D-0E43-ECEC-8270EC6C4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014" y="3429000"/>
            <a:ext cx="183832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1F232C58-5233-F6A2-BFE9-F27223E09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014" y="4802981"/>
            <a:ext cx="183832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9B9D7A2-3D0D-F024-2543-08E20D207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603" y="3429000"/>
            <a:ext cx="25717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16A15E44-1E77-3F0A-9C37-9EDC384A6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617" y="3429000"/>
            <a:ext cx="25717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6D63CF7-FBEC-429F-7AD8-6755E133E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631" y="2055019"/>
            <a:ext cx="183832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D5CA14E5-007F-B525-A4EE-476E96A0A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631" y="3429000"/>
            <a:ext cx="183832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31EDC4D7-532C-798D-062D-1E72DE8B7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631" y="4802980"/>
            <a:ext cx="183832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Ευθύγραμμο βέλος σύνδεσης 2">
            <a:extLst>
              <a:ext uri="{FF2B5EF4-FFF2-40B4-BE49-F238E27FC236}">
                <a16:creationId xmlns:a16="http://schemas.microsoft.com/office/drawing/2014/main" id="{7021A8AF-1D8B-093E-C76C-910C481F9E4F}"/>
              </a:ext>
            </a:extLst>
          </p:cNvPr>
          <p:cNvCxnSpPr>
            <a:stCxn id="1030" idx="3"/>
            <a:endCxn id="2050" idx="1"/>
          </p:cNvCxnSpPr>
          <p:nvPr/>
        </p:nvCxnSpPr>
        <p:spPr>
          <a:xfrm>
            <a:off x="2571750" y="3933825"/>
            <a:ext cx="207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Ευθύγραμμο βέλος σύνδεσης 5">
            <a:extLst>
              <a:ext uri="{FF2B5EF4-FFF2-40B4-BE49-F238E27FC236}">
                <a16:creationId xmlns:a16="http://schemas.microsoft.com/office/drawing/2014/main" id="{CB93CD08-E73F-E540-183C-A245DA1D044B}"/>
              </a:ext>
            </a:extLst>
          </p:cNvPr>
          <p:cNvCxnSpPr>
            <a:stCxn id="2050" idx="3"/>
            <a:endCxn id="2052" idx="1"/>
          </p:cNvCxnSpPr>
          <p:nvPr/>
        </p:nvCxnSpPr>
        <p:spPr>
          <a:xfrm>
            <a:off x="4617339" y="3933825"/>
            <a:ext cx="207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Γραμμή σύνδεσης: Γωνιώδης 7">
            <a:extLst>
              <a:ext uri="{FF2B5EF4-FFF2-40B4-BE49-F238E27FC236}">
                <a16:creationId xmlns:a16="http://schemas.microsoft.com/office/drawing/2014/main" id="{66DD1AA3-8130-4AE6-7313-249FFAE6C6E4}"/>
              </a:ext>
            </a:extLst>
          </p:cNvPr>
          <p:cNvCxnSpPr>
            <a:stCxn id="1030" idx="3"/>
            <a:endCxn id="2049" idx="1"/>
          </p:cNvCxnSpPr>
          <p:nvPr/>
        </p:nvCxnSpPr>
        <p:spPr>
          <a:xfrm flipV="1">
            <a:off x="2571750" y="2559844"/>
            <a:ext cx="207264" cy="137398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Γραμμή σύνδεσης: Γωνιώδης 9">
            <a:extLst>
              <a:ext uri="{FF2B5EF4-FFF2-40B4-BE49-F238E27FC236}">
                <a16:creationId xmlns:a16="http://schemas.microsoft.com/office/drawing/2014/main" id="{6FFBD32C-617E-3EE7-D461-75B67A809B3E}"/>
              </a:ext>
            </a:extLst>
          </p:cNvPr>
          <p:cNvCxnSpPr>
            <a:stCxn id="1030" idx="3"/>
            <a:endCxn id="2051" idx="1"/>
          </p:cNvCxnSpPr>
          <p:nvPr/>
        </p:nvCxnSpPr>
        <p:spPr>
          <a:xfrm>
            <a:off x="2571750" y="3933825"/>
            <a:ext cx="207264" cy="136921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Γραμμή σύνδεσης: Γωνιώδης 11">
            <a:extLst>
              <a:ext uri="{FF2B5EF4-FFF2-40B4-BE49-F238E27FC236}">
                <a16:creationId xmlns:a16="http://schemas.microsoft.com/office/drawing/2014/main" id="{1033292C-7B73-87C8-0AB4-7A7219E885D4}"/>
              </a:ext>
            </a:extLst>
          </p:cNvPr>
          <p:cNvCxnSpPr>
            <a:stCxn id="2049" idx="3"/>
            <a:endCxn id="2052" idx="1"/>
          </p:cNvCxnSpPr>
          <p:nvPr/>
        </p:nvCxnSpPr>
        <p:spPr>
          <a:xfrm>
            <a:off x="4617339" y="2559844"/>
            <a:ext cx="207264" cy="137398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Γραμμή σύνδεσης: Γωνιώδης 13">
            <a:extLst>
              <a:ext uri="{FF2B5EF4-FFF2-40B4-BE49-F238E27FC236}">
                <a16:creationId xmlns:a16="http://schemas.microsoft.com/office/drawing/2014/main" id="{0424CA0A-C8E2-6B55-E764-BC2EE23F8A89}"/>
              </a:ext>
            </a:extLst>
          </p:cNvPr>
          <p:cNvCxnSpPr>
            <a:stCxn id="2051" idx="3"/>
            <a:endCxn id="2052" idx="1"/>
          </p:cNvCxnSpPr>
          <p:nvPr/>
        </p:nvCxnSpPr>
        <p:spPr>
          <a:xfrm flipV="1">
            <a:off x="4617339" y="3933825"/>
            <a:ext cx="207264" cy="136921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Γραμμή σύνδεσης: Γωνιώδης 15">
            <a:extLst>
              <a:ext uri="{FF2B5EF4-FFF2-40B4-BE49-F238E27FC236}">
                <a16:creationId xmlns:a16="http://schemas.microsoft.com/office/drawing/2014/main" id="{3CCA2A54-BD6D-7C04-A5E7-97A958EB08A2}"/>
              </a:ext>
            </a:extLst>
          </p:cNvPr>
          <p:cNvCxnSpPr>
            <a:stCxn id="2053" idx="3"/>
            <a:endCxn id="2054" idx="1"/>
          </p:cNvCxnSpPr>
          <p:nvPr/>
        </p:nvCxnSpPr>
        <p:spPr>
          <a:xfrm flipV="1">
            <a:off x="10175367" y="2559844"/>
            <a:ext cx="207264" cy="137398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Γραμμή σύνδεσης: Γωνιώδης 17">
            <a:extLst>
              <a:ext uri="{FF2B5EF4-FFF2-40B4-BE49-F238E27FC236}">
                <a16:creationId xmlns:a16="http://schemas.microsoft.com/office/drawing/2014/main" id="{47D998F1-6460-3EC9-4AA1-4033F488038A}"/>
              </a:ext>
            </a:extLst>
          </p:cNvPr>
          <p:cNvCxnSpPr>
            <a:stCxn id="2053" idx="3"/>
            <a:endCxn id="2056" idx="1"/>
          </p:cNvCxnSpPr>
          <p:nvPr/>
        </p:nvCxnSpPr>
        <p:spPr>
          <a:xfrm>
            <a:off x="10175367" y="3933825"/>
            <a:ext cx="207264" cy="136921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Ευθύγραμμο βέλος σύνδεσης 19">
            <a:extLst>
              <a:ext uri="{FF2B5EF4-FFF2-40B4-BE49-F238E27FC236}">
                <a16:creationId xmlns:a16="http://schemas.microsoft.com/office/drawing/2014/main" id="{C6AB5AD4-6E52-5143-641A-6FB8F6DFEE66}"/>
              </a:ext>
            </a:extLst>
          </p:cNvPr>
          <p:cNvCxnSpPr>
            <a:stCxn id="2052" idx="3"/>
            <a:endCxn id="2053" idx="1"/>
          </p:cNvCxnSpPr>
          <p:nvPr/>
        </p:nvCxnSpPr>
        <p:spPr>
          <a:xfrm>
            <a:off x="7396353" y="3933825"/>
            <a:ext cx="207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Ευθύγραμμο βέλος σύνδεσης 21">
            <a:extLst>
              <a:ext uri="{FF2B5EF4-FFF2-40B4-BE49-F238E27FC236}">
                <a16:creationId xmlns:a16="http://schemas.microsoft.com/office/drawing/2014/main" id="{3C241CA0-D38B-981F-E04C-378C67AB0FEB}"/>
              </a:ext>
            </a:extLst>
          </p:cNvPr>
          <p:cNvCxnSpPr>
            <a:stCxn id="2053" idx="3"/>
            <a:endCxn id="2055" idx="1"/>
          </p:cNvCxnSpPr>
          <p:nvPr/>
        </p:nvCxnSpPr>
        <p:spPr>
          <a:xfrm>
            <a:off x="10175367" y="3933825"/>
            <a:ext cx="207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9" name="Γραμμή σύνδεσης: Γωνιώδης 2068">
            <a:extLst>
              <a:ext uri="{FF2B5EF4-FFF2-40B4-BE49-F238E27FC236}">
                <a16:creationId xmlns:a16="http://schemas.microsoft.com/office/drawing/2014/main" id="{7A93ADE5-A13C-81AB-2407-4FE48F837E21}"/>
              </a:ext>
            </a:extLst>
          </p:cNvPr>
          <p:cNvCxnSpPr>
            <a:stCxn id="2056" idx="2"/>
            <a:endCxn id="1030" idx="2"/>
          </p:cNvCxnSpPr>
          <p:nvPr/>
        </p:nvCxnSpPr>
        <p:spPr>
          <a:xfrm rot="5400000" flipH="1">
            <a:off x="5611607" y="112919"/>
            <a:ext cx="1364455" cy="10015919"/>
          </a:xfrm>
          <a:prstGeom prst="bentConnector3">
            <a:avLst>
              <a:gd name="adj1" fmla="val -3958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71" name="Picture 10">
            <a:extLst>
              <a:ext uri="{FF2B5EF4-FFF2-40B4-BE49-F238E27FC236}">
                <a16:creationId xmlns:a16="http://schemas.microsoft.com/office/drawing/2014/main" id="{C3B6BC5F-6E98-3A41-45EF-617A3992C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665" y="6029011"/>
            <a:ext cx="157162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2" name="TextBox 2071">
            <a:extLst>
              <a:ext uri="{FF2B5EF4-FFF2-40B4-BE49-F238E27FC236}">
                <a16:creationId xmlns:a16="http://schemas.microsoft.com/office/drawing/2014/main" id="{E0E14D87-5941-E685-0EF9-7CF82B8400F3}"/>
              </a:ext>
            </a:extLst>
          </p:cNvPr>
          <p:cNvSpPr txBox="1"/>
          <p:nvPr/>
        </p:nvSpPr>
        <p:spPr>
          <a:xfrm>
            <a:off x="145142" y="2132749"/>
            <a:ext cx="2852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 = </a:t>
            </a:r>
            <a:r>
              <a:rPr lang="el-GR" dirty="0"/>
              <a:t>διατηρεί σειρά προτεραιότητας στην </a:t>
            </a:r>
            <a:r>
              <a:rPr lang="en-US" dirty="0"/>
              <a:t>Open List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866222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FF4C96-CD69-F943-4453-E3BD1AF66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88E0A07B-8512-6D2A-FC3B-199547BCB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D*lite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Ομάδα 26">
            <a:extLst>
              <a:ext uri="{FF2B5EF4-FFF2-40B4-BE49-F238E27FC236}">
                <a16:creationId xmlns:a16="http://schemas.microsoft.com/office/drawing/2014/main" id="{E571F7BC-9E72-12B5-3F23-4AA4E74A840B}"/>
              </a:ext>
            </a:extLst>
          </p:cNvPr>
          <p:cNvGrpSpPr/>
          <p:nvPr/>
        </p:nvGrpSpPr>
        <p:grpSpPr>
          <a:xfrm>
            <a:off x="4572000" y="2025980"/>
            <a:ext cx="7608630" cy="3978088"/>
            <a:chOff x="0" y="2055019"/>
            <a:chExt cx="12220956" cy="4593117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04E4D68E-4372-DC41-0C83-2EDD7F2ED8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429000"/>
              <a:ext cx="2571750" cy="1009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66" name="Γραμμή σύνδεσης: Γωνιώδης 2065">
              <a:extLst>
                <a:ext uri="{FF2B5EF4-FFF2-40B4-BE49-F238E27FC236}">
                  <a16:creationId xmlns:a16="http://schemas.microsoft.com/office/drawing/2014/main" id="{2BB85DD4-B07B-0FA8-43B2-408F3D0895E2}"/>
                </a:ext>
              </a:extLst>
            </p:cNvPr>
            <p:cNvCxnSpPr>
              <a:stCxn id="2055" idx="2"/>
              <a:endCxn id="1030" idx="2"/>
            </p:cNvCxnSpPr>
            <p:nvPr/>
          </p:nvCxnSpPr>
          <p:spPr>
            <a:xfrm rot="5400000">
              <a:off x="6293835" y="-569309"/>
              <a:ext cx="12700" cy="10015919"/>
            </a:xfrm>
            <a:prstGeom prst="bentConnector3">
              <a:avLst>
                <a:gd name="adj1" fmla="val 15092307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63" name="Γραμμή σύνδεσης: Γωνιώδης 2062">
              <a:extLst>
                <a:ext uri="{FF2B5EF4-FFF2-40B4-BE49-F238E27FC236}">
                  <a16:creationId xmlns:a16="http://schemas.microsoft.com/office/drawing/2014/main" id="{50308297-1B53-D039-62D1-B84651F72670}"/>
                </a:ext>
              </a:extLst>
            </p:cNvPr>
            <p:cNvCxnSpPr>
              <a:stCxn id="2054" idx="2"/>
              <a:endCxn id="1030" idx="2"/>
            </p:cNvCxnSpPr>
            <p:nvPr/>
          </p:nvCxnSpPr>
          <p:spPr>
            <a:xfrm rot="5400000">
              <a:off x="5606845" y="-1256300"/>
              <a:ext cx="1373981" cy="10015919"/>
            </a:xfrm>
            <a:prstGeom prst="bentConnector3">
              <a:avLst>
                <a:gd name="adj1" fmla="val 23877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049" name="Picture 1">
              <a:extLst>
                <a:ext uri="{FF2B5EF4-FFF2-40B4-BE49-F238E27FC236}">
                  <a16:creationId xmlns:a16="http://schemas.microsoft.com/office/drawing/2014/main" id="{1EDB49D0-DBE8-CF7B-7BDC-17B32E1DF3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9014" y="2055019"/>
              <a:ext cx="1838325" cy="1009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6061CDC-8086-D998-52D9-F2B0143C17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9014" y="3429000"/>
              <a:ext cx="1838325" cy="1009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1" name="Picture 3">
              <a:extLst>
                <a:ext uri="{FF2B5EF4-FFF2-40B4-BE49-F238E27FC236}">
                  <a16:creationId xmlns:a16="http://schemas.microsoft.com/office/drawing/2014/main" id="{BD09BD1B-4C18-8674-AA9F-569B6D495D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9014" y="4802981"/>
              <a:ext cx="1838325" cy="1000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0D35D8CF-ED50-26EB-C147-6F8CE62753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4603" y="3429000"/>
              <a:ext cx="2571750" cy="1009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3" name="Picture 5">
              <a:extLst>
                <a:ext uri="{FF2B5EF4-FFF2-40B4-BE49-F238E27FC236}">
                  <a16:creationId xmlns:a16="http://schemas.microsoft.com/office/drawing/2014/main" id="{76B4D9A7-5C4F-61BE-F4B4-C3973EF4D5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3617" y="3429000"/>
              <a:ext cx="2571750" cy="1009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146D860E-650A-258F-F204-2EFFDAFE9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631" y="2055019"/>
              <a:ext cx="1838325" cy="1009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5" name="Picture 7">
              <a:extLst>
                <a:ext uri="{FF2B5EF4-FFF2-40B4-BE49-F238E27FC236}">
                  <a16:creationId xmlns:a16="http://schemas.microsoft.com/office/drawing/2014/main" id="{21C653A6-52BE-06AB-10C8-06ABCCCF27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631" y="3429000"/>
              <a:ext cx="1838325" cy="1009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>
              <a:extLst>
                <a:ext uri="{FF2B5EF4-FFF2-40B4-BE49-F238E27FC236}">
                  <a16:creationId xmlns:a16="http://schemas.microsoft.com/office/drawing/2014/main" id="{6D5EB7E1-9160-E2E8-9A83-2620A4C85B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631" y="4802980"/>
              <a:ext cx="1838325" cy="1000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" name="Ευθύγραμμο βέλος σύνδεσης 2">
              <a:extLst>
                <a:ext uri="{FF2B5EF4-FFF2-40B4-BE49-F238E27FC236}">
                  <a16:creationId xmlns:a16="http://schemas.microsoft.com/office/drawing/2014/main" id="{C6816BC7-1D79-D699-BA97-8C26AC34C716}"/>
                </a:ext>
              </a:extLst>
            </p:cNvPr>
            <p:cNvCxnSpPr>
              <a:stCxn id="1030" idx="3"/>
              <a:endCxn id="2050" idx="1"/>
            </p:cNvCxnSpPr>
            <p:nvPr/>
          </p:nvCxnSpPr>
          <p:spPr>
            <a:xfrm>
              <a:off x="2571750" y="3933825"/>
              <a:ext cx="2072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Ευθύγραμμο βέλος σύνδεσης 5">
              <a:extLst>
                <a:ext uri="{FF2B5EF4-FFF2-40B4-BE49-F238E27FC236}">
                  <a16:creationId xmlns:a16="http://schemas.microsoft.com/office/drawing/2014/main" id="{C5CFDABC-0099-0B14-F492-FD7F231ECC38}"/>
                </a:ext>
              </a:extLst>
            </p:cNvPr>
            <p:cNvCxnSpPr>
              <a:stCxn id="2050" idx="3"/>
              <a:endCxn id="2052" idx="1"/>
            </p:cNvCxnSpPr>
            <p:nvPr/>
          </p:nvCxnSpPr>
          <p:spPr>
            <a:xfrm>
              <a:off x="4617339" y="3933825"/>
              <a:ext cx="2072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Γραμμή σύνδεσης: Γωνιώδης 7">
              <a:extLst>
                <a:ext uri="{FF2B5EF4-FFF2-40B4-BE49-F238E27FC236}">
                  <a16:creationId xmlns:a16="http://schemas.microsoft.com/office/drawing/2014/main" id="{F30926A6-8A0C-A874-EBC7-BDA9E7A0C179}"/>
                </a:ext>
              </a:extLst>
            </p:cNvPr>
            <p:cNvCxnSpPr>
              <a:stCxn id="1030" idx="3"/>
              <a:endCxn id="2049" idx="1"/>
            </p:cNvCxnSpPr>
            <p:nvPr/>
          </p:nvCxnSpPr>
          <p:spPr>
            <a:xfrm flipV="1">
              <a:off x="2571750" y="2559844"/>
              <a:ext cx="207264" cy="137398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Γραμμή σύνδεσης: Γωνιώδης 9">
              <a:extLst>
                <a:ext uri="{FF2B5EF4-FFF2-40B4-BE49-F238E27FC236}">
                  <a16:creationId xmlns:a16="http://schemas.microsoft.com/office/drawing/2014/main" id="{C3F93AC0-CF77-47DA-7927-3A8540879676}"/>
                </a:ext>
              </a:extLst>
            </p:cNvPr>
            <p:cNvCxnSpPr>
              <a:stCxn id="1030" idx="3"/>
              <a:endCxn id="2051" idx="1"/>
            </p:cNvCxnSpPr>
            <p:nvPr/>
          </p:nvCxnSpPr>
          <p:spPr>
            <a:xfrm>
              <a:off x="2571750" y="3933825"/>
              <a:ext cx="207264" cy="1369219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Γραμμή σύνδεσης: Γωνιώδης 11">
              <a:extLst>
                <a:ext uri="{FF2B5EF4-FFF2-40B4-BE49-F238E27FC236}">
                  <a16:creationId xmlns:a16="http://schemas.microsoft.com/office/drawing/2014/main" id="{EC54CE74-DF96-7E22-2BF6-B72D569244F9}"/>
                </a:ext>
              </a:extLst>
            </p:cNvPr>
            <p:cNvCxnSpPr>
              <a:stCxn id="2049" idx="3"/>
              <a:endCxn id="2052" idx="1"/>
            </p:cNvCxnSpPr>
            <p:nvPr/>
          </p:nvCxnSpPr>
          <p:spPr>
            <a:xfrm>
              <a:off x="4617339" y="2559844"/>
              <a:ext cx="207264" cy="137398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Γραμμή σύνδεσης: Γωνιώδης 13">
              <a:extLst>
                <a:ext uri="{FF2B5EF4-FFF2-40B4-BE49-F238E27FC236}">
                  <a16:creationId xmlns:a16="http://schemas.microsoft.com/office/drawing/2014/main" id="{20162670-B2E9-F520-6B58-784DBC90E454}"/>
                </a:ext>
              </a:extLst>
            </p:cNvPr>
            <p:cNvCxnSpPr>
              <a:stCxn id="2051" idx="3"/>
              <a:endCxn id="2052" idx="1"/>
            </p:cNvCxnSpPr>
            <p:nvPr/>
          </p:nvCxnSpPr>
          <p:spPr>
            <a:xfrm flipV="1">
              <a:off x="4617339" y="3933825"/>
              <a:ext cx="207264" cy="1369219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Γραμμή σύνδεσης: Γωνιώδης 15">
              <a:extLst>
                <a:ext uri="{FF2B5EF4-FFF2-40B4-BE49-F238E27FC236}">
                  <a16:creationId xmlns:a16="http://schemas.microsoft.com/office/drawing/2014/main" id="{A662EF4C-7F03-E30F-278C-95A1FF7D11DE}"/>
                </a:ext>
              </a:extLst>
            </p:cNvPr>
            <p:cNvCxnSpPr>
              <a:cxnSpLocks/>
              <a:stCxn id="2053" idx="3"/>
              <a:endCxn id="2054" idx="1"/>
            </p:cNvCxnSpPr>
            <p:nvPr/>
          </p:nvCxnSpPr>
          <p:spPr>
            <a:xfrm flipV="1">
              <a:off x="10175367" y="2559844"/>
              <a:ext cx="207264" cy="137398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Γραμμή σύνδεσης: Γωνιώδης 17">
              <a:extLst>
                <a:ext uri="{FF2B5EF4-FFF2-40B4-BE49-F238E27FC236}">
                  <a16:creationId xmlns:a16="http://schemas.microsoft.com/office/drawing/2014/main" id="{7F185FA6-7B76-00C0-775B-8823939A774D}"/>
                </a:ext>
              </a:extLst>
            </p:cNvPr>
            <p:cNvCxnSpPr>
              <a:stCxn id="2053" idx="3"/>
              <a:endCxn id="2056" idx="1"/>
            </p:cNvCxnSpPr>
            <p:nvPr/>
          </p:nvCxnSpPr>
          <p:spPr>
            <a:xfrm>
              <a:off x="10175367" y="3933825"/>
              <a:ext cx="207264" cy="1369218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Ευθύγραμμο βέλος σύνδεσης 19">
              <a:extLst>
                <a:ext uri="{FF2B5EF4-FFF2-40B4-BE49-F238E27FC236}">
                  <a16:creationId xmlns:a16="http://schemas.microsoft.com/office/drawing/2014/main" id="{704CE632-DADE-ADB9-85CA-F2B2D701D569}"/>
                </a:ext>
              </a:extLst>
            </p:cNvPr>
            <p:cNvCxnSpPr>
              <a:stCxn id="2052" idx="3"/>
              <a:endCxn id="2053" idx="1"/>
            </p:cNvCxnSpPr>
            <p:nvPr/>
          </p:nvCxnSpPr>
          <p:spPr>
            <a:xfrm>
              <a:off x="7396353" y="3933825"/>
              <a:ext cx="2072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Ευθύγραμμο βέλος σύνδεσης 21">
              <a:extLst>
                <a:ext uri="{FF2B5EF4-FFF2-40B4-BE49-F238E27FC236}">
                  <a16:creationId xmlns:a16="http://schemas.microsoft.com/office/drawing/2014/main" id="{622E791C-BA30-EF6F-FDD2-21CB8AF46168}"/>
                </a:ext>
              </a:extLst>
            </p:cNvPr>
            <p:cNvCxnSpPr>
              <a:stCxn id="2053" idx="3"/>
              <a:endCxn id="2055" idx="1"/>
            </p:cNvCxnSpPr>
            <p:nvPr/>
          </p:nvCxnSpPr>
          <p:spPr>
            <a:xfrm>
              <a:off x="10175367" y="3933825"/>
              <a:ext cx="2072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69" name="Γραμμή σύνδεσης: Γωνιώδης 2068">
              <a:extLst>
                <a:ext uri="{FF2B5EF4-FFF2-40B4-BE49-F238E27FC236}">
                  <a16:creationId xmlns:a16="http://schemas.microsoft.com/office/drawing/2014/main" id="{37D828EB-EBF2-999D-917C-EFBB6411AD54}"/>
                </a:ext>
              </a:extLst>
            </p:cNvPr>
            <p:cNvCxnSpPr>
              <a:stCxn id="2056" idx="2"/>
              <a:endCxn id="1030" idx="2"/>
            </p:cNvCxnSpPr>
            <p:nvPr/>
          </p:nvCxnSpPr>
          <p:spPr>
            <a:xfrm rot="5400000" flipH="1">
              <a:off x="5611607" y="112919"/>
              <a:ext cx="1364455" cy="10015919"/>
            </a:xfrm>
            <a:prstGeom prst="bentConnector3">
              <a:avLst>
                <a:gd name="adj1" fmla="val -3958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071" name="Picture 10">
              <a:extLst>
                <a:ext uri="{FF2B5EF4-FFF2-40B4-BE49-F238E27FC236}">
                  <a16:creationId xmlns:a16="http://schemas.microsoft.com/office/drawing/2014/main" id="{03C99E19-ED59-AA68-8175-F5993AB224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4665" y="6029011"/>
              <a:ext cx="1571625" cy="61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" name="Ομάδα 24">
            <a:extLst>
              <a:ext uri="{FF2B5EF4-FFF2-40B4-BE49-F238E27FC236}">
                <a16:creationId xmlns:a16="http://schemas.microsoft.com/office/drawing/2014/main" id="{615E42FF-49E0-17F6-3181-949EBBF84B7C}"/>
              </a:ext>
            </a:extLst>
          </p:cNvPr>
          <p:cNvGrpSpPr/>
          <p:nvPr/>
        </p:nvGrpSpPr>
        <p:grpSpPr>
          <a:xfrm>
            <a:off x="11370" y="2192084"/>
            <a:ext cx="4560629" cy="2864707"/>
            <a:chOff x="480758" y="2053114"/>
            <a:chExt cx="8658734" cy="374681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13A2B4F-970D-BDDA-D8CA-925E09E2D8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758" y="3429000"/>
              <a:ext cx="1457325" cy="1009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DF3652F3-61B9-CD95-2F3B-3C901C495E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037" y="3427730"/>
              <a:ext cx="2571750" cy="1009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1033EEC2-9FEC-9DE8-0649-4AAC3F273B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5214" y="2053114"/>
              <a:ext cx="1838325" cy="1009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413B9AFC-DDE7-BD3D-2913-3F52EE01BF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5214" y="3427730"/>
              <a:ext cx="1847850" cy="1009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5">
              <a:extLst>
                <a:ext uri="{FF2B5EF4-FFF2-40B4-BE49-F238E27FC236}">
                  <a16:creationId xmlns:a16="http://schemas.microsoft.com/office/drawing/2014/main" id="{311EE4A1-C2AD-2D7A-8C6D-EFFADD366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5213" y="4799806"/>
              <a:ext cx="1838325" cy="1000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Ευθύγραμμο βέλος σύνδεσης 12">
              <a:extLst>
                <a:ext uri="{FF2B5EF4-FFF2-40B4-BE49-F238E27FC236}">
                  <a16:creationId xmlns:a16="http://schemas.microsoft.com/office/drawing/2014/main" id="{04068E1E-5D11-319A-43AA-11966AFE1EC0}"/>
                </a:ext>
              </a:extLst>
            </p:cNvPr>
            <p:cNvCxnSpPr>
              <a:stCxn id="2" idx="3"/>
              <a:endCxn id="5" idx="1"/>
            </p:cNvCxnSpPr>
            <p:nvPr/>
          </p:nvCxnSpPr>
          <p:spPr>
            <a:xfrm flipV="1">
              <a:off x="1938083" y="3932555"/>
              <a:ext cx="1028954" cy="12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Ευθύγραμμο βέλος σύνδεσης 14">
              <a:extLst>
                <a:ext uri="{FF2B5EF4-FFF2-40B4-BE49-F238E27FC236}">
                  <a16:creationId xmlns:a16="http://schemas.microsoft.com/office/drawing/2014/main" id="{B2F8F786-975D-814B-9F7D-FFF818EFC1E0}"/>
                </a:ext>
              </a:extLst>
            </p:cNvPr>
            <p:cNvCxnSpPr>
              <a:stCxn id="5" idx="3"/>
              <a:endCxn id="9" idx="1"/>
            </p:cNvCxnSpPr>
            <p:nvPr/>
          </p:nvCxnSpPr>
          <p:spPr>
            <a:xfrm>
              <a:off x="5538787" y="3932555"/>
              <a:ext cx="8764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Ευθύγραμμο βέλος σύνδεσης 16">
              <a:extLst>
                <a:ext uri="{FF2B5EF4-FFF2-40B4-BE49-F238E27FC236}">
                  <a16:creationId xmlns:a16="http://schemas.microsoft.com/office/drawing/2014/main" id="{AA0ED0E2-A1CA-64F6-83FD-AD6116FE3AE2}"/>
                </a:ext>
              </a:extLst>
            </p:cNvPr>
            <p:cNvCxnSpPr>
              <a:stCxn id="9" idx="3"/>
            </p:cNvCxnSpPr>
            <p:nvPr/>
          </p:nvCxnSpPr>
          <p:spPr>
            <a:xfrm>
              <a:off x="8263064" y="3932555"/>
              <a:ext cx="876428" cy="12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Γραμμή σύνδεσης: Γωνιώδης 18">
              <a:extLst>
                <a:ext uri="{FF2B5EF4-FFF2-40B4-BE49-F238E27FC236}">
                  <a16:creationId xmlns:a16="http://schemas.microsoft.com/office/drawing/2014/main" id="{273C3F3C-53A4-92EB-50F9-DF84CB2CD9F0}"/>
                </a:ext>
              </a:extLst>
            </p:cNvPr>
            <p:cNvCxnSpPr>
              <a:stCxn id="5" idx="3"/>
              <a:endCxn id="7" idx="1"/>
            </p:cNvCxnSpPr>
            <p:nvPr/>
          </p:nvCxnSpPr>
          <p:spPr>
            <a:xfrm flipV="1">
              <a:off x="5538787" y="2557939"/>
              <a:ext cx="876427" cy="1374616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Γραμμή σύνδεσης: Γωνιώδης 20">
              <a:extLst>
                <a:ext uri="{FF2B5EF4-FFF2-40B4-BE49-F238E27FC236}">
                  <a16:creationId xmlns:a16="http://schemas.microsoft.com/office/drawing/2014/main" id="{1C7E9FE7-782F-920B-BD63-28B50FF34075}"/>
                </a:ext>
              </a:extLst>
            </p:cNvPr>
            <p:cNvCxnSpPr>
              <a:stCxn id="5" idx="3"/>
              <a:endCxn id="11" idx="1"/>
            </p:cNvCxnSpPr>
            <p:nvPr/>
          </p:nvCxnSpPr>
          <p:spPr>
            <a:xfrm>
              <a:off x="5538787" y="3932555"/>
              <a:ext cx="876426" cy="136731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Γραμμή σύνδεσης: Γωνιώδης 22">
              <a:extLst>
                <a:ext uri="{FF2B5EF4-FFF2-40B4-BE49-F238E27FC236}">
                  <a16:creationId xmlns:a16="http://schemas.microsoft.com/office/drawing/2014/main" id="{7757136F-5AAB-EFDC-D583-5EF19750B75A}"/>
                </a:ext>
              </a:extLst>
            </p:cNvPr>
            <p:cNvCxnSpPr>
              <a:stCxn id="7" idx="3"/>
            </p:cNvCxnSpPr>
            <p:nvPr/>
          </p:nvCxnSpPr>
          <p:spPr>
            <a:xfrm>
              <a:off x="8253539" y="2557939"/>
              <a:ext cx="885953" cy="1375886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Γραμμή σύνδεσης: Γωνιώδης 23">
              <a:extLst>
                <a:ext uri="{FF2B5EF4-FFF2-40B4-BE49-F238E27FC236}">
                  <a16:creationId xmlns:a16="http://schemas.microsoft.com/office/drawing/2014/main" id="{35D8BB2C-629E-4A34-BA5D-13923B39A097}"/>
                </a:ext>
              </a:extLst>
            </p:cNvPr>
            <p:cNvCxnSpPr>
              <a:stCxn id="11" idx="3"/>
            </p:cNvCxnSpPr>
            <p:nvPr/>
          </p:nvCxnSpPr>
          <p:spPr>
            <a:xfrm flipV="1">
              <a:off x="8253538" y="3933825"/>
              <a:ext cx="885954" cy="136604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8939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FFC6F-C69A-6C02-6C5F-2E1926C2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15860B01-AF8D-4DC9-D14A-A763141A5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D*lite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28727169-F53D-A70A-37FC-7D437E500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932" cy="4351338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{1} Initialize()</a:t>
            </a:r>
          </a:p>
        </p:txBody>
      </p:sp>
    </p:spTree>
    <p:extLst>
      <p:ext uri="{BB962C8B-B14F-4D97-AF65-F5344CB8AC3E}">
        <p14:creationId xmlns:p14="http://schemas.microsoft.com/office/powerpoint/2010/main" val="134537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6D816-A5FB-3495-5BDD-14621501E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D07032E8-00C2-9E96-E32C-219DB3F7D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D*lite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Θέση περιεχομένου 4">
                <a:extLst>
                  <a:ext uri="{FF2B5EF4-FFF2-40B4-BE49-F238E27FC236}">
                    <a16:creationId xmlns:a16="http://schemas.microsoft.com/office/drawing/2014/main" id="{B893CD9D-609A-263A-41D4-5E03F801C3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34932" cy="4351338"/>
              </a:xfrm>
            </p:spPr>
            <p:txBody>
              <a:bodyPr anchor="t">
                <a:no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{1} Initialize()</a:t>
                </a: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=Ø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rhs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</m:d>
                    <m: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</m:d>
                    <m: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rhs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goal</m:t>
                            </m:r>
                          </m:sub>
                        </m:sSub>
                      </m:e>
                    </m:d>
                    <m: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Insert</m:t>
                    </m:r>
                    <m: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goal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CalculateKey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goal</m:t>
                            </m:r>
                          </m:sub>
                        </m:sSub>
                      </m:e>
                    </m:d>
                    <m: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g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</m:t>
                                </m:r>
                              </m:e>
                            </m:d>
                            <m:r>
                              <a:rPr 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rhs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start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Θέση περιεχομένου 4">
                <a:extLst>
                  <a:ext uri="{FF2B5EF4-FFF2-40B4-BE49-F238E27FC236}">
                    <a16:creationId xmlns:a16="http://schemas.microsoft.com/office/drawing/2014/main" id="{B893CD9D-609A-263A-41D4-5E03F801C3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34932" cy="4351338"/>
              </a:xfrm>
              <a:blipFill>
                <a:blip r:embed="rId3"/>
                <a:stretch>
                  <a:fillRect l="-1204" t="-2381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9151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E66D1-B2CC-7D34-78A0-6A15D222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5D12BECD-7692-1A8B-2A85-753B5828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D*lite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FC7DC60A-726E-6A79-DDDC-EDD09543E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4932" cy="4351338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{1} Initialize()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{2} ComputeShortestPath()</a:t>
            </a:r>
          </a:p>
        </p:txBody>
      </p:sp>
    </p:spTree>
    <p:extLst>
      <p:ext uri="{BB962C8B-B14F-4D97-AF65-F5344CB8AC3E}">
        <p14:creationId xmlns:p14="http://schemas.microsoft.com/office/powerpoint/2010/main" val="4198890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D3801-4567-8DE7-C9A2-0AB3631B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EDD9CEDD-147D-76AB-D3C3-E28C22EC5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D*lite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Θέση περιεχομένου 4">
                <a:extLst>
                  <a:ext uri="{FF2B5EF4-FFF2-40B4-BE49-F238E27FC236}">
                    <a16:creationId xmlns:a16="http://schemas.microsoft.com/office/drawing/2014/main" id="{73AC1393-7E30-F1F0-DD5E-1D9459BCCB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>
                <a:no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{1} Initialize()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{2} ComputeShortestPath()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while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TopKey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()&lt;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CalculateKey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start</m:t>
                            </m:r>
                          </m:sub>
                        </m:sSub>
                      </m:e>
                    </m:d>
                  </m:oMath>
                </a14:m>
                <a:endParaRPr lang="en-US" b="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OR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rhs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start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start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old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TopKey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Pop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()</m:t>
                    </m:r>
                  </m:oMath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old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CalculateKey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u</m:t>
                            </m:r>
                          </m:e>
                        </m:d>
                      </m:e>
                    </m:d>
                  </m:oMath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comparison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rhs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Θέση περιεχομένου 4">
                <a:extLst>
                  <a:ext uri="{FF2B5EF4-FFF2-40B4-BE49-F238E27FC236}">
                    <a16:creationId xmlns:a16="http://schemas.microsoft.com/office/drawing/2014/main" id="{73AC1393-7E30-F1F0-DD5E-1D9459BCCB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449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8B30E-6062-B08F-8547-09E8F0314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9F7934FB-3E88-5663-8994-69591D95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D*lite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Θέση περιεχομένου 4">
                <a:extLst>
                  <a:ext uri="{FF2B5EF4-FFF2-40B4-BE49-F238E27FC236}">
                    <a16:creationId xmlns:a16="http://schemas.microsoft.com/office/drawing/2014/main" id="{408FAF65-AC84-C35D-5E14-784F751D70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34932" cy="4351338"/>
              </a:xfrm>
            </p:spPr>
            <p:txBody>
              <a:bodyPr anchor="t">
                <a:no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{1} Initialize()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{2} ComputeShortestPath()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{3} while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start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goal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{4} 	if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start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then there is no known path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{5}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start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arg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Succ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start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start</m:t>
                                    </m:r>
                                  </m:sub>
                                </m:sSub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g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{6} 	Move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start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{7} 	Scan graph for changed edge costs</a:t>
                </a:r>
              </a:p>
            </p:txBody>
          </p:sp>
        </mc:Choice>
        <mc:Fallback xmlns="">
          <p:sp>
            <p:nvSpPr>
              <p:cNvPr id="5" name="Θέση περιεχομένου 4">
                <a:extLst>
                  <a:ext uri="{FF2B5EF4-FFF2-40B4-BE49-F238E27FC236}">
                    <a16:creationId xmlns:a16="http://schemas.microsoft.com/office/drawing/2014/main" id="{408FAF65-AC84-C35D-5E14-784F751D70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34932" cy="4351338"/>
              </a:xfrm>
              <a:blipFill>
                <a:blip r:embed="rId3"/>
                <a:stretch>
                  <a:fillRect l="-1204" t="-2381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9936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4AC79-5FF4-1650-8DAA-B3EF72007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8B5309F1-FFCA-6347-F89E-7F89C5FD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D*lite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Θέση περιεχομένου 4">
                <a:extLst>
                  <a:ext uri="{FF2B5EF4-FFF2-40B4-BE49-F238E27FC236}">
                    <a16:creationId xmlns:a16="http://schemas.microsoft.com/office/drawing/2014/main" id="{6735C358-4FBD-58D3-37F5-5D86F6E083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{8} 	If any edge costs changed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{9}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last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start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{10}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last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start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{11} 		for all directed edges </a:t>
                </a:r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changed edge costs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{12} 			Update the edge cost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{13} 			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UpdateVertex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(u)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goal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rhs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min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Succ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u</m:t>
                            </m:r>
                          </m:e>
                        </m:d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Remove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US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rhs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Insert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CalculateKey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Θέση περιεχομένου 4">
                <a:extLst>
                  <a:ext uri="{FF2B5EF4-FFF2-40B4-BE49-F238E27FC236}">
                    <a16:creationId xmlns:a16="http://schemas.microsoft.com/office/drawing/2014/main" id="{6735C358-4FBD-58D3-37F5-5D86F6E083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3"/>
                <a:stretch>
                  <a:fillRect l="-1217" t="-2058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504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0AA75-0287-6879-6B5D-FF0AB0C9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Τίτλος 3">
            <a:extLst>
              <a:ext uri="{FF2B5EF4-FFF2-40B4-BE49-F238E27FC236}">
                <a16:creationId xmlns:a16="http://schemas.microsoft.com/office/drawing/2014/main" id="{D3E72FFD-8AF1-FDCE-1A21-8613CE120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D*lite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Θέση περιεχομένου 4">
                <a:extLst>
                  <a:ext uri="{FF2B5EF4-FFF2-40B4-BE49-F238E27FC236}">
                    <a16:creationId xmlns:a16="http://schemas.microsoft.com/office/drawing/2014/main" id="{E0BF8C84-CAE8-F1F7-AD57-4E7C219D41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{8} 	If any edge costs changed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{9}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last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start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{10}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last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start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{11} 		for all directed edges </a:t>
                </a:r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changed edge costs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{12} 			Update the edge cost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{13} 			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UpdateVertex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(u)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{14} 		ComputeShortestPath()</a:t>
                </a:r>
              </a:p>
            </p:txBody>
          </p:sp>
        </mc:Choice>
        <mc:Fallback xmlns="">
          <p:sp>
            <p:nvSpPr>
              <p:cNvPr id="5" name="Θέση περιεχομένου 4">
                <a:extLst>
                  <a:ext uri="{FF2B5EF4-FFF2-40B4-BE49-F238E27FC236}">
                    <a16:creationId xmlns:a16="http://schemas.microsoft.com/office/drawing/2014/main" id="{E0BF8C84-CAE8-F1F7-AD57-4E7C219D41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5746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Θέμα του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Θέμα του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Θέμα του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1170</TotalTime>
  <Words>567</Words>
  <Application>Microsoft Office PowerPoint</Application>
  <PresentationFormat>Ευρεία οθόνη</PresentationFormat>
  <Paragraphs>79</Paragraphs>
  <Slides>17</Slides>
  <Notes>7</Notes>
  <HiddenSlides>15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Times New Roman</vt:lpstr>
      <vt:lpstr>Office Theme</vt:lpstr>
      <vt:lpstr>A*</vt:lpstr>
      <vt:lpstr>A*</vt:lpstr>
      <vt:lpstr>A*</vt:lpstr>
      <vt:lpstr>A*</vt:lpstr>
      <vt:lpstr>A*</vt:lpstr>
      <vt:lpstr>D*lite</vt:lpstr>
      <vt:lpstr>D*lite</vt:lpstr>
      <vt:lpstr>D*lite</vt:lpstr>
      <vt:lpstr>D*lite</vt:lpstr>
      <vt:lpstr>D*lite</vt:lpstr>
      <vt:lpstr>D*lite</vt:lpstr>
      <vt:lpstr>D*lite</vt:lpstr>
      <vt:lpstr>D*lite</vt:lpstr>
      <vt:lpstr>D*lite</vt:lpstr>
      <vt:lpstr>D*lite</vt:lpstr>
      <vt:lpstr>D*lite</vt:lpstr>
      <vt:lpstr>D*lite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Georgios Pitsos</cp:lastModifiedBy>
  <cp:revision>47</cp:revision>
  <dcterms:created xsi:type="dcterms:W3CDTF">2025-12-09T10:17:46Z</dcterms:created>
  <dcterms:modified xsi:type="dcterms:W3CDTF">2026-02-20T12:51:10Z</dcterms:modified>
</cp:coreProperties>
</file>