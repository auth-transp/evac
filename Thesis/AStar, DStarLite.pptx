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67" r:id="rId2"/>
    <p:sldId id="269" r:id="rId3"/>
    <p:sldId id="270" r:id="rId4"/>
    <p:sldId id="271" r:id="rId5"/>
    <p:sldId id="273" r:id="rId6"/>
    <p:sldId id="274" r:id="rId7"/>
    <p:sldId id="275" r:id="rId8"/>
    <p:sldId id="276" r:id="rId9"/>
    <p:sldId id="258" r:id="rId10"/>
    <p:sldId id="261" r:id="rId11"/>
    <p:sldId id="262" r:id="rId12"/>
    <p:sldId id="263" r:id="rId13"/>
    <p:sldId id="264" r:id="rId14"/>
    <p:sldId id="257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2" autoAdjust="0"/>
    <p:restoredTop sz="94660"/>
  </p:normalViewPr>
  <p:slideViewPr>
    <p:cSldViewPr snapToGrid="0">
      <p:cViewPr varScale="1">
        <p:scale>
          <a:sx n="95" d="100"/>
          <a:sy n="95" d="100"/>
        </p:scale>
        <p:origin x="96" y="300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3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7B53A-5F02-46AC-A602-E11F15763443}" type="datetimeFigureOut">
              <a:rPr lang="el-GR" smtClean="0"/>
              <a:t>17/2/2026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9EAB6-8F16-4223-B015-54B4C23A7B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9369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3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928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F4006-EA43-8A1D-0A46-512C038D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1A4CF7D0-5418-9196-E6D9-C60084949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EBA83F35-9EC9-1D00-E40B-733480BA9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F387B42-9E5C-F9F1-6920-696D86616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33332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20B45-CAE6-293B-B075-16B5079CD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F05A418C-17FA-A16A-4D44-734D2D2B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43782CA-E9CB-A1AA-2AD7-6F1C5E636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13990D1A-7CE4-992B-BF6C-55056CFC1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92377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8719-F672-A365-3F0A-5EF9AF797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737C357D-4480-CFA8-5D30-FDCF6DFAA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A15CF2E-6154-598F-6BB3-3216627EE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774A8489-B564-3EBF-32C7-574FA94EF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1851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458-F949-188E-85A5-ED0A6964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DE164227-ED03-8F58-2674-03E703EA7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64E8496-C317-92D4-E932-5F17E0D32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2430ECE0-1B15-16E0-0CC5-9D40ED83D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83052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49D90-58C9-3EFA-C64B-E63B18A4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559254DB-8F89-2778-E6EA-7A5682D62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85EB3071-3ED9-8270-2B6C-1C119CD6B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86F8221-4D5D-72D5-6F14-ABCA38A24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84059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6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066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98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4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2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3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l-GR"/>
              <a:t>Κάντε κλικ στο εικονίδιο για να προσθέσετε εικόνα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71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81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2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5.png"/><Relationship Id="rId18" Type="http://schemas.openxmlformats.org/officeDocument/2006/relationships/image" Target="../media/image16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.png"/><Relationship Id="rId5" Type="http://schemas.openxmlformats.org/officeDocument/2006/relationships/image" Target="../media/image15.png"/><Relationship Id="rId1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11.png"/><Relationship Id="rId9" Type="http://schemas.openxmlformats.org/officeDocument/2006/relationships/image" Target="../media/image1.png"/><Relationship Id="rId1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6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17.png"/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19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BA57851-597C-8686-244D-362A24A7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91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172E2AF-4F4C-3D10-B106-57B4124B4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374" y="2712244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BF5D757D-720A-3CBD-9BF6-58353CB71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0" y="3050381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5A806F2-AB8F-04E3-A060-FCD5E3651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4" y="220741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C22DE1EF-65F1-3FFF-8889-947FD402C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9186" y="3429000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79A8E0A-2FEC-A3C2-09B5-683364882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222" y="376237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>
            <a:extLst>
              <a:ext uri="{FF2B5EF4-FFF2-40B4-BE49-F238E27FC236}">
                <a16:creationId xmlns:a16="http://schemas.microsoft.com/office/drawing/2014/main" id="{446FDB1E-947C-75F6-F643-4DDC6A9B13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6" y="3098007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63D5401A-5631-3BB9-2A30-3F3D0027A885}"/>
              </a:ext>
            </a:extLst>
          </p:cNvPr>
          <p:cNvCxnSpPr>
            <a:stCxn id="1027" idx="3"/>
            <a:endCxn id="1028" idx="1"/>
          </p:cNvCxnSpPr>
          <p:nvPr/>
        </p:nvCxnSpPr>
        <p:spPr>
          <a:xfrm>
            <a:off x="1581941" y="3550444"/>
            <a:ext cx="4024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Ευθύγραμμο βέλος σύνδεσης 16">
            <a:extLst>
              <a:ext uri="{FF2B5EF4-FFF2-40B4-BE49-F238E27FC236}">
                <a16:creationId xmlns:a16="http://schemas.microsoft.com/office/drawing/2014/main" id="{B55D498A-C08D-38B9-21F2-F470E9F07FAB}"/>
              </a:ext>
            </a:extLst>
          </p:cNvPr>
          <p:cNvCxnSpPr>
            <a:stCxn id="1028" idx="3"/>
            <a:endCxn id="1029" idx="1"/>
          </p:cNvCxnSpPr>
          <p:nvPr/>
        </p:nvCxnSpPr>
        <p:spPr>
          <a:xfrm>
            <a:off x="3441699" y="3550444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Γραμμή σύνδεσης: Γωνιώδης 18">
            <a:extLst>
              <a:ext uri="{FF2B5EF4-FFF2-40B4-BE49-F238E27FC236}">
                <a16:creationId xmlns:a16="http://schemas.microsoft.com/office/drawing/2014/main" id="{A6839458-9B90-E613-C0FE-7C498CF0415B}"/>
              </a:ext>
            </a:extLst>
          </p:cNvPr>
          <p:cNvCxnSpPr>
            <a:stCxn id="1029" idx="3"/>
            <a:endCxn id="1032" idx="1"/>
          </p:cNvCxnSpPr>
          <p:nvPr/>
        </p:nvCxnSpPr>
        <p:spPr>
          <a:xfrm flipV="1">
            <a:off x="5265735" y="2712243"/>
            <a:ext cx="938219" cy="8382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E2C90CCB-D471-665A-CB39-C5C7B2B118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2478881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Γραμμή σύνδεσης: Γωνιώδης 20">
            <a:extLst>
              <a:ext uri="{FF2B5EF4-FFF2-40B4-BE49-F238E27FC236}">
                <a16:creationId xmlns:a16="http://schemas.microsoft.com/office/drawing/2014/main" id="{FE231EF0-78BF-FF1C-B49F-C0F231F66B89}"/>
              </a:ext>
            </a:extLst>
          </p:cNvPr>
          <p:cNvCxnSpPr>
            <a:stCxn id="1029" idx="3"/>
            <a:endCxn id="1033" idx="1"/>
          </p:cNvCxnSpPr>
          <p:nvPr/>
        </p:nvCxnSpPr>
        <p:spPr>
          <a:xfrm>
            <a:off x="5265735" y="3550444"/>
            <a:ext cx="933451" cy="71675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1" name="Picture 7">
            <a:extLst>
              <a:ext uri="{FF2B5EF4-FFF2-40B4-BE49-F238E27FC236}">
                <a16:creationId xmlns:a16="http://schemas.microsoft.com/office/drawing/2014/main" id="{70D4CCB8-2E02-C349-A9BE-FC657D1D8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4033838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Ευθύγραμμο βέλος σύνδεσης 22">
            <a:extLst>
              <a:ext uri="{FF2B5EF4-FFF2-40B4-BE49-F238E27FC236}">
                <a16:creationId xmlns:a16="http://schemas.microsoft.com/office/drawing/2014/main" id="{52452A63-5F12-84D7-0A82-6D9D645D4532}"/>
              </a:ext>
            </a:extLst>
          </p:cNvPr>
          <p:cNvCxnSpPr>
            <a:stCxn id="1033" idx="3"/>
            <a:endCxn id="1034" idx="1"/>
          </p:cNvCxnSpPr>
          <p:nvPr/>
        </p:nvCxnSpPr>
        <p:spPr>
          <a:xfrm>
            <a:off x="7656511" y="4267200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Γραμμή σύνδεσης: Γωνιώδης 24">
            <a:extLst>
              <a:ext uri="{FF2B5EF4-FFF2-40B4-BE49-F238E27FC236}">
                <a16:creationId xmlns:a16="http://schemas.microsoft.com/office/drawing/2014/main" id="{A4C60830-23FA-2E27-DCFF-67685F79BDCE}"/>
              </a:ext>
            </a:extLst>
          </p:cNvPr>
          <p:cNvCxnSpPr>
            <a:stCxn id="1034" idx="3"/>
            <a:endCxn id="1035" idx="1"/>
          </p:cNvCxnSpPr>
          <p:nvPr/>
        </p:nvCxnSpPr>
        <p:spPr>
          <a:xfrm flipV="1">
            <a:off x="9480547" y="3598070"/>
            <a:ext cx="1081089" cy="669130"/>
          </a:xfrm>
          <a:prstGeom prst="bentConnector3">
            <a:avLst>
              <a:gd name="adj1" fmla="val 500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Γραμμή σύνδεσης: Γωνιώδης 26">
            <a:extLst>
              <a:ext uri="{FF2B5EF4-FFF2-40B4-BE49-F238E27FC236}">
                <a16:creationId xmlns:a16="http://schemas.microsoft.com/office/drawing/2014/main" id="{A4F692CE-0E12-9D23-5419-39D6AD15E754}"/>
              </a:ext>
            </a:extLst>
          </p:cNvPr>
          <p:cNvCxnSpPr>
            <a:cxnSpLocks/>
            <a:stCxn id="1034" idx="3"/>
            <a:endCxn id="2" idx="1"/>
          </p:cNvCxnSpPr>
          <p:nvPr/>
        </p:nvCxnSpPr>
        <p:spPr>
          <a:xfrm>
            <a:off x="9480547" y="4267200"/>
            <a:ext cx="1081088" cy="7381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6">
            <a:extLst>
              <a:ext uri="{FF2B5EF4-FFF2-40B4-BE49-F238E27FC236}">
                <a16:creationId xmlns:a16="http://schemas.microsoft.com/office/drawing/2014/main" id="{4D927872-2A38-4F14-DECC-82E809498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3350259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CE402F9E-818B-CEC0-3E8C-E025CED2F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4772025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8" name="Ομάδα 1037">
            <a:extLst>
              <a:ext uri="{FF2B5EF4-FFF2-40B4-BE49-F238E27FC236}">
                <a16:creationId xmlns:a16="http://schemas.microsoft.com/office/drawing/2014/main" id="{2C78048B-3A48-49A8-5C87-4072311F0376}"/>
              </a:ext>
            </a:extLst>
          </p:cNvPr>
          <p:cNvGrpSpPr/>
          <p:nvPr/>
        </p:nvGrpSpPr>
        <p:grpSpPr>
          <a:xfrm>
            <a:off x="6199185" y="5273159"/>
            <a:ext cx="4980649" cy="1068016"/>
            <a:chOff x="6199185" y="5273159"/>
            <a:chExt cx="4980649" cy="1068016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AD0BF4D1-88A1-4E32-DC79-5443C81854D0}"/>
                </a:ext>
              </a:extLst>
            </p:cNvPr>
            <p:cNvSpPr txBox="1"/>
            <p:nvPr/>
          </p:nvSpPr>
          <p:spPr>
            <a:xfrm>
              <a:off x="6199185" y="5273159"/>
              <a:ext cx="14573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 = g + h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03CE3E37-B50A-60AE-E6E9-ABE5D22F9D71}"/>
                </a:ext>
              </a:extLst>
            </p:cNvPr>
            <p:cNvSpPr txBox="1"/>
            <p:nvPr/>
          </p:nvSpPr>
          <p:spPr>
            <a:xfrm>
              <a:off x="6199186" y="5602511"/>
              <a:ext cx="4980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από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Start node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μέχρι το τρέχον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F6DFCBA2-D093-E4F2-9B62-CD4BBF25E60E}"/>
                </a:ext>
              </a:extLst>
            </p:cNvPr>
            <p:cNvSpPr txBox="1"/>
            <p:nvPr/>
          </p:nvSpPr>
          <p:spPr>
            <a:xfrm>
              <a:off x="6199185" y="5971843"/>
              <a:ext cx="40144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</a:t>
              </a:r>
              <a:r>
                <a:rPr lang="el-G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ευριστικής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μέχρι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End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40" name="TextBox 1039">
            <a:extLst>
              <a:ext uri="{FF2B5EF4-FFF2-40B4-BE49-F238E27FC236}">
                <a16:creationId xmlns:a16="http://schemas.microsoft.com/office/drawing/2014/main" id="{7EE4A03D-0BBF-C2AF-6C6E-E6B617090964}"/>
              </a:ext>
            </a:extLst>
          </p:cNvPr>
          <p:cNvSpPr txBox="1"/>
          <p:nvPr/>
        </p:nvSpPr>
        <p:spPr>
          <a:xfrm>
            <a:off x="1982790" y="4587359"/>
            <a:ext cx="1457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List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List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0FBC964-85A5-137D-228B-77AA17B0D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5" y="4505324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914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A9DD-DA3D-D20E-DE86-8DD80762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0BFB5A0-C366-32AA-15CB-8DA799BE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Ομάδα 6">
            <a:extLst>
              <a:ext uri="{FF2B5EF4-FFF2-40B4-BE49-F238E27FC236}">
                <a16:creationId xmlns:a16="http://schemas.microsoft.com/office/drawing/2014/main" id="{15926CE3-C89B-78AF-45E8-D6E176F58061}"/>
              </a:ext>
            </a:extLst>
          </p:cNvPr>
          <p:cNvGrpSpPr/>
          <p:nvPr/>
        </p:nvGrpSpPr>
        <p:grpSpPr>
          <a:xfrm>
            <a:off x="8023222" y="3098007"/>
            <a:ext cx="3995739" cy="2407442"/>
            <a:chOff x="8023222" y="3098007"/>
            <a:chExt cx="3995739" cy="2407442"/>
          </a:xfrm>
        </p:grpSpPr>
        <p:grpSp>
          <p:nvGrpSpPr>
            <p:cNvPr id="3" name="Ομάδα 2">
              <a:extLst>
                <a:ext uri="{FF2B5EF4-FFF2-40B4-BE49-F238E27FC236}">
                  <a16:creationId xmlns:a16="http://schemas.microsoft.com/office/drawing/2014/main" id="{B58EF1BB-1CFE-9D57-7E1E-8B40D5D1B38B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C01B12F6-206A-D49C-9089-E4B4AFD514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5" name="Picture 11">
                <a:extLst>
                  <a:ext uri="{FF2B5EF4-FFF2-40B4-BE49-F238E27FC236}">
                    <a16:creationId xmlns:a16="http://schemas.microsoft.com/office/drawing/2014/main" id="{7957DF05-96C1-2A3A-95DD-A14E30B4B1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5" name="Γραμμή σύνδεσης: Γωνιώδης 24">
                <a:extLst>
                  <a:ext uri="{FF2B5EF4-FFF2-40B4-BE49-F238E27FC236}">
                    <a16:creationId xmlns:a16="http://schemas.microsoft.com/office/drawing/2014/main" id="{64FCC64B-D52D-F9BF-7F31-56731BE190B4}"/>
                  </a:ext>
                </a:extLst>
              </p:cNvPr>
              <p:cNvCxnSpPr>
                <a:stCxn id="1034" idx="3"/>
                <a:endCxn id="1035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Γραμμή σύνδεσης: Γωνιώδης 26">
                <a:extLst>
                  <a:ext uri="{FF2B5EF4-FFF2-40B4-BE49-F238E27FC236}">
                    <a16:creationId xmlns:a16="http://schemas.microsoft.com/office/drawing/2014/main" id="{FB21D45D-3E57-A112-9B14-DE42630A4479}"/>
                  </a:ext>
                </a:extLst>
              </p:cNvPr>
              <p:cNvCxnSpPr>
                <a:cxnSpLocks/>
                <a:stCxn id="1034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6">
                <a:extLst>
                  <a:ext uri="{FF2B5EF4-FFF2-40B4-BE49-F238E27FC236}">
                    <a16:creationId xmlns:a16="http://schemas.microsoft.com/office/drawing/2014/main" id="{01E8FF76-EA29-7470-F361-900E9D5F83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7">
                <a:extLst>
                  <a:ext uri="{FF2B5EF4-FFF2-40B4-BE49-F238E27FC236}">
                    <a16:creationId xmlns:a16="http://schemas.microsoft.com/office/drawing/2014/main" id="{0D07A933-184B-5889-2162-284DABB68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6ED173F3-0437-5BDB-6D33-CBEC915C49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3725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81481E-6 L -0.56159 -0.1076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086" y="-5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1DFB-3254-9747-4B31-BF776902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BC5813C-F1BD-ED02-CC96-DF121995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928" name="Ομάδα 3927">
            <a:extLst>
              <a:ext uri="{FF2B5EF4-FFF2-40B4-BE49-F238E27FC236}">
                <a16:creationId xmlns:a16="http://schemas.microsoft.com/office/drawing/2014/main" id="{296093AD-3FF9-2C2C-BA56-55A3B10CBBF7}"/>
              </a:ext>
            </a:extLst>
          </p:cNvPr>
          <p:cNvGrpSpPr/>
          <p:nvPr/>
        </p:nvGrpSpPr>
        <p:grpSpPr>
          <a:xfrm>
            <a:off x="1180421" y="2325863"/>
            <a:ext cx="3995739" cy="2407442"/>
            <a:chOff x="8023222" y="3098007"/>
            <a:chExt cx="3995739" cy="2407442"/>
          </a:xfrm>
        </p:grpSpPr>
        <p:grpSp>
          <p:nvGrpSpPr>
            <p:cNvPr id="3929" name="Ομάδα 3928">
              <a:extLst>
                <a:ext uri="{FF2B5EF4-FFF2-40B4-BE49-F238E27FC236}">
                  <a16:creationId xmlns:a16="http://schemas.microsoft.com/office/drawing/2014/main" id="{C310D242-3E33-25F4-52F4-D914676A0818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3931" name="Picture 10">
                <a:extLst>
                  <a:ext uri="{FF2B5EF4-FFF2-40B4-BE49-F238E27FC236}">
                    <a16:creationId xmlns:a16="http://schemas.microsoft.com/office/drawing/2014/main" id="{4398FA2E-2293-35EA-238F-179E9144F0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2" name="Picture 11">
                <a:extLst>
                  <a:ext uri="{FF2B5EF4-FFF2-40B4-BE49-F238E27FC236}">
                    <a16:creationId xmlns:a16="http://schemas.microsoft.com/office/drawing/2014/main" id="{4C1E62F4-5BA8-E468-60B6-B94CF2067A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933" name="Γραμμή σύνδεσης: Γωνιώδης 3932">
                <a:extLst>
                  <a:ext uri="{FF2B5EF4-FFF2-40B4-BE49-F238E27FC236}">
                    <a16:creationId xmlns:a16="http://schemas.microsoft.com/office/drawing/2014/main" id="{CACC4FD8-094C-E098-996A-1596DBFDC5CC}"/>
                  </a:ext>
                </a:extLst>
              </p:cNvPr>
              <p:cNvCxnSpPr>
                <a:stCxn id="3931" idx="3"/>
                <a:endCxn id="3932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4" name="Γραμμή σύνδεσης: Γωνιώδης 3933">
                <a:extLst>
                  <a:ext uri="{FF2B5EF4-FFF2-40B4-BE49-F238E27FC236}">
                    <a16:creationId xmlns:a16="http://schemas.microsoft.com/office/drawing/2014/main" id="{45A5227F-76CF-26E4-BD9C-59057EC19B3C}"/>
                  </a:ext>
                </a:extLst>
              </p:cNvPr>
              <p:cNvCxnSpPr>
                <a:cxnSpLocks/>
                <a:stCxn id="3931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35" name="Picture 6">
                <a:extLst>
                  <a:ext uri="{FF2B5EF4-FFF2-40B4-BE49-F238E27FC236}">
                    <a16:creationId xmlns:a16="http://schemas.microsoft.com/office/drawing/2014/main" id="{AD6050D4-5901-7CC6-C68E-0A8E1948AC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6" name="Picture 7">
                <a:extLst>
                  <a:ext uri="{FF2B5EF4-FFF2-40B4-BE49-F238E27FC236}">
                    <a16:creationId xmlns:a16="http://schemas.microsoft.com/office/drawing/2014/main" id="{917D4277-A68B-1893-59E0-311FFDFCFE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3930" name="Picture 2">
              <a:extLst>
                <a:ext uri="{FF2B5EF4-FFF2-40B4-BE49-F238E27FC236}">
                  <a16:creationId xmlns:a16="http://schemas.microsoft.com/office/drawing/2014/main" id="{5E933DF2-77F4-F06C-6081-179A34BBD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937" name="Picture 8">
            <a:extLst>
              <a:ext uri="{FF2B5EF4-FFF2-40B4-BE49-F238E27FC236}">
                <a16:creationId xmlns:a16="http://schemas.microsoft.com/office/drawing/2014/main" id="{3A4913AD-3E68-BF1C-FABC-6A375B0BA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352" y="3733180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8" name="Picture 9">
            <a:extLst>
              <a:ext uri="{FF2B5EF4-FFF2-40B4-BE49-F238E27FC236}">
                <a16:creationId xmlns:a16="http://schemas.microsoft.com/office/drawing/2014/main" id="{8C945D32-A7F0-1B99-9773-8873F2026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254477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9" name="Picture 10">
            <a:extLst>
              <a:ext uri="{FF2B5EF4-FFF2-40B4-BE49-F238E27FC236}">
                <a16:creationId xmlns:a16="http://schemas.microsoft.com/office/drawing/2014/main" id="{3C7C90C2-E0E7-6F3B-ED88-612200FB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372365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0" name="Picture 11">
            <a:extLst>
              <a:ext uri="{FF2B5EF4-FFF2-40B4-BE49-F238E27FC236}">
                <a16:creationId xmlns:a16="http://schemas.microsoft.com/office/drawing/2014/main" id="{B1E9DDC8-8326-F6BA-C349-99773C68D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491205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1" name="Picture 12">
            <a:extLst>
              <a:ext uri="{FF2B5EF4-FFF2-40B4-BE49-F238E27FC236}">
                <a16:creationId xmlns:a16="http://schemas.microsoft.com/office/drawing/2014/main" id="{20F3BC0D-D5C3-64E4-82CA-98E77071F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913" y="3392028"/>
            <a:ext cx="14668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43" name="Ευθύγραμμο βέλος σύνδεσης 3942">
            <a:extLst>
              <a:ext uri="{FF2B5EF4-FFF2-40B4-BE49-F238E27FC236}">
                <a16:creationId xmlns:a16="http://schemas.microsoft.com/office/drawing/2014/main" id="{0988B503-E4AC-F17D-8FB4-2840511DB017}"/>
              </a:ext>
            </a:extLst>
          </p:cNvPr>
          <p:cNvCxnSpPr>
            <a:stCxn id="3930" idx="3"/>
            <a:endCxn id="3937" idx="1"/>
          </p:cNvCxnSpPr>
          <p:nvPr/>
        </p:nvCxnSpPr>
        <p:spPr>
          <a:xfrm>
            <a:off x="5176159" y="4233243"/>
            <a:ext cx="3071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5" name="Ευθύγραμμο βέλος σύνδεσης 3944">
            <a:extLst>
              <a:ext uri="{FF2B5EF4-FFF2-40B4-BE49-F238E27FC236}">
                <a16:creationId xmlns:a16="http://schemas.microsoft.com/office/drawing/2014/main" id="{8336CC38-CB84-8AFC-EE1E-86CACD595A5F}"/>
              </a:ext>
            </a:extLst>
          </p:cNvPr>
          <p:cNvCxnSpPr>
            <a:stCxn id="3939" idx="3"/>
            <a:endCxn id="3941" idx="1"/>
          </p:cNvCxnSpPr>
          <p:nvPr/>
        </p:nvCxnSpPr>
        <p:spPr>
          <a:xfrm>
            <a:off x="8714720" y="4228480"/>
            <a:ext cx="307193" cy="17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7" name="Ευθύγραμμο βέλος σύνδεσης 3946">
            <a:extLst>
              <a:ext uri="{FF2B5EF4-FFF2-40B4-BE49-F238E27FC236}">
                <a16:creationId xmlns:a16="http://schemas.microsoft.com/office/drawing/2014/main" id="{A425F24A-77A1-F301-FCCE-85F33019D1BF}"/>
              </a:ext>
            </a:extLst>
          </p:cNvPr>
          <p:cNvCxnSpPr>
            <a:stCxn id="3937" idx="3"/>
            <a:endCxn id="3939" idx="1"/>
          </p:cNvCxnSpPr>
          <p:nvPr/>
        </p:nvCxnSpPr>
        <p:spPr>
          <a:xfrm flipV="1">
            <a:off x="6940677" y="4228480"/>
            <a:ext cx="307193" cy="4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9" name="Γραμμή σύνδεσης: Γωνιώδης 3948">
            <a:extLst>
              <a:ext uri="{FF2B5EF4-FFF2-40B4-BE49-F238E27FC236}">
                <a16:creationId xmlns:a16="http://schemas.microsoft.com/office/drawing/2014/main" id="{1847B662-0FAC-0ACF-6ABD-5D9563F714C3}"/>
              </a:ext>
            </a:extLst>
          </p:cNvPr>
          <p:cNvCxnSpPr>
            <a:stCxn id="3937" idx="3"/>
            <a:endCxn id="3938" idx="1"/>
          </p:cNvCxnSpPr>
          <p:nvPr/>
        </p:nvCxnSpPr>
        <p:spPr>
          <a:xfrm flipV="1">
            <a:off x="6940677" y="3044840"/>
            <a:ext cx="307193" cy="118840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1" name="Γραμμή σύνδεσης: Γωνιώδης 3950">
            <a:extLst>
              <a:ext uri="{FF2B5EF4-FFF2-40B4-BE49-F238E27FC236}">
                <a16:creationId xmlns:a16="http://schemas.microsoft.com/office/drawing/2014/main" id="{EEAC05E8-93AB-B1BB-F231-5E27FF0E9671}"/>
              </a:ext>
            </a:extLst>
          </p:cNvPr>
          <p:cNvCxnSpPr>
            <a:stCxn id="3937" idx="3"/>
            <a:endCxn id="3940" idx="1"/>
          </p:cNvCxnSpPr>
          <p:nvPr/>
        </p:nvCxnSpPr>
        <p:spPr>
          <a:xfrm>
            <a:off x="6940677" y="4233243"/>
            <a:ext cx="307193" cy="11836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3" name="Γραμμή σύνδεσης: Γωνιώδης 3952">
            <a:extLst>
              <a:ext uri="{FF2B5EF4-FFF2-40B4-BE49-F238E27FC236}">
                <a16:creationId xmlns:a16="http://schemas.microsoft.com/office/drawing/2014/main" id="{A2657820-5438-961D-96CA-BEA073A7ABAD}"/>
              </a:ext>
            </a:extLst>
          </p:cNvPr>
          <p:cNvCxnSpPr>
            <a:stCxn id="3938" idx="3"/>
            <a:endCxn id="3941" idx="1"/>
          </p:cNvCxnSpPr>
          <p:nvPr/>
        </p:nvCxnSpPr>
        <p:spPr>
          <a:xfrm>
            <a:off x="8714720" y="3044840"/>
            <a:ext cx="307193" cy="11853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5" name="Γραμμή σύνδεσης: Γωνιώδης 3954">
            <a:extLst>
              <a:ext uri="{FF2B5EF4-FFF2-40B4-BE49-F238E27FC236}">
                <a16:creationId xmlns:a16="http://schemas.microsoft.com/office/drawing/2014/main" id="{DA860066-A2AB-EE0C-F89B-6EF1A797D616}"/>
              </a:ext>
            </a:extLst>
          </p:cNvPr>
          <p:cNvCxnSpPr>
            <a:stCxn id="3940" idx="3"/>
            <a:endCxn id="3941" idx="1"/>
          </p:cNvCxnSpPr>
          <p:nvPr/>
        </p:nvCxnSpPr>
        <p:spPr>
          <a:xfrm flipV="1">
            <a:off x="8714720" y="4230228"/>
            <a:ext cx="307193" cy="118665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7" name="Γραμμή σύνδεσης: Γωνιώδης 3956">
            <a:extLst>
              <a:ext uri="{FF2B5EF4-FFF2-40B4-BE49-F238E27FC236}">
                <a16:creationId xmlns:a16="http://schemas.microsoft.com/office/drawing/2014/main" id="{593D1BFC-C20B-AE0B-EEE0-E4C66BBF5800}"/>
              </a:ext>
            </a:extLst>
          </p:cNvPr>
          <p:cNvCxnSpPr>
            <a:stCxn id="3941" idx="3"/>
          </p:cNvCxnSpPr>
          <p:nvPr/>
        </p:nvCxnSpPr>
        <p:spPr>
          <a:xfrm flipH="1">
            <a:off x="1180421" y="4230228"/>
            <a:ext cx="9308342" cy="1979653"/>
          </a:xfrm>
          <a:prstGeom prst="bentConnector3">
            <a:avLst>
              <a:gd name="adj1" fmla="val -24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58" name="Picture 1">
            <a:extLst>
              <a:ext uri="{FF2B5EF4-FFF2-40B4-BE49-F238E27FC236}">
                <a16:creationId xmlns:a16="http://schemas.microsoft.com/office/drawing/2014/main" id="{8F7CD05A-D9E4-F48E-83C8-3E6FFF56C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4099" y="5994674"/>
            <a:ext cx="1180985" cy="465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84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9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24454-83C6-6D75-5B6C-7F306138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EDD1CD7-2FF9-9BDD-6791-00EA0A478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67" name="Ομάδα 2066">
            <a:extLst>
              <a:ext uri="{FF2B5EF4-FFF2-40B4-BE49-F238E27FC236}">
                <a16:creationId xmlns:a16="http://schemas.microsoft.com/office/drawing/2014/main" id="{F1358C6A-1FD3-BFF7-54FF-3C4B22748144}"/>
              </a:ext>
            </a:extLst>
          </p:cNvPr>
          <p:cNvGrpSpPr/>
          <p:nvPr/>
        </p:nvGrpSpPr>
        <p:grpSpPr>
          <a:xfrm>
            <a:off x="170688" y="2386584"/>
            <a:ext cx="11850624" cy="3635081"/>
            <a:chOff x="170688" y="2386584"/>
            <a:chExt cx="11850624" cy="3635081"/>
          </a:xfrm>
        </p:grpSpPr>
        <p:grpSp>
          <p:nvGrpSpPr>
            <p:cNvPr id="2065" name="Ομάδα 2064">
              <a:extLst>
                <a:ext uri="{FF2B5EF4-FFF2-40B4-BE49-F238E27FC236}">
                  <a16:creationId xmlns:a16="http://schemas.microsoft.com/office/drawing/2014/main" id="{763D1CBE-5B6B-1619-D92D-19932AE4DF01}"/>
                </a:ext>
              </a:extLst>
            </p:cNvPr>
            <p:cNvGrpSpPr/>
            <p:nvPr/>
          </p:nvGrpSpPr>
          <p:grpSpPr>
            <a:xfrm>
              <a:off x="170688" y="2386584"/>
              <a:ext cx="11850624" cy="3136392"/>
              <a:chOff x="651538" y="2353722"/>
              <a:chExt cx="10702262" cy="2830926"/>
            </a:xfrm>
          </p:grpSpPr>
          <p:grpSp>
            <p:nvGrpSpPr>
              <p:cNvPr id="3" name="Ομάδα 2">
                <a:extLst>
                  <a:ext uri="{FF2B5EF4-FFF2-40B4-BE49-F238E27FC236}">
                    <a16:creationId xmlns:a16="http://schemas.microsoft.com/office/drawing/2014/main" id="{6BFC4A8D-7948-D297-F7B9-323A86D26281}"/>
                  </a:ext>
                </a:extLst>
              </p:cNvPr>
              <p:cNvGrpSpPr/>
              <p:nvPr/>
            </p:nvGrpSpPr>
            <p:grpSpPr>
              <a:xfrm>
                <a:off x="7093348" y="3054829"/>
                <a:ext cx="4260452" cy="2129819"/>
                <a:chOff x="4027483" y="1940603"/>
                <a:chExt cx="6915154" cy="3519255"/>
              </a:xfrm>
            </p:grpSpPr>
            <p:pic>
              <p:nvPicPr>
                <p:cNvPr id="2051" name="Picture 3">
                  <a:extLst>
                    <a:ext uri="{FF2B5EF4-FFF2-40B4-BE49-F238E27FC236}">
                      <a16:creationId xmlns:a16="http://schemas.microsoft.com/office/drawing/2014/main" id="{28B07838-843C-BEE0-33A0-2A8671D40C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27483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2" name="Picture 4">
                  <a:extLst>
                    <a:ext uri="{FF2B5EF4-FFF2-40B4-BE49-F238E27FC236}">
                      <a16:creationId xmlns:a16="http://schemas.microsoft.com/office/drawing/2014/main" id="{E3CD5333-35BD-37DB-5621-B7D376C348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837234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4" name="Picture 6">
                  <a:extLst>
                    <a:ext uri="{FF2B5EF4-FFF2-40B4-BE49-F238E27FC236}">
                      <a16:creationId xmlns:a16="http://schemas.microsoft.com/office/drawing/2014/main" id="{79DEA990-50C4-462D-C78C-53573CB3B9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475787" y="2857268"/>
                  <a:ext cx="1466850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4" name="Ευθύγραμμο βέλος σύνδεσης 13">
                  <a:extLst>
                    <a:ext uri="{FF2B5EF4-FFF2-40B4-BE49-F238E27FC236}">
                      <a16:creationId xmlns:a16="http://schemas.microsoft.com/office/drawing/2014/main" id="{3E00D6F5-20DF-D5D0-2990-846C01550D7E}"/>
                    </a:ext>
                  </a:extLst>
                </p:cNvPr>
                <p:cNvCxnSpPr>
                  <a:stCxn id="2051" idx="3"/>
                  <a:endCxn id="2052" idx="1"/>
                </p:cNvCxnSpPr>
                <p:nvPr/>
              </p:nvCxnSpPr>
              <p:spPr>
                <a:xfrm>
                  <a:off x="5484808" y="3700231"/>
                  <a:ext cx="35242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3073" name="Picture 1">
                  <a:extLst>
                    <a:ext uri="{FF2B5EF4-FFF2-40B4-BE49-F238E27FC236}">
                      <a16:creationId xmlns:a16="http://schemas.microsoft.com/office/drawing/2014/main" id="{F2B73107-BE80-ACFF-A5B4-991F8DCFA0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3190643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4" name="Picture 2">
                  <a:extLst>
                    <a:ext uri="{FF2B5EF4-FFF2-40B4-BE49-F238E27FC236}">
                      <a16:creationId xmlns:a16="http://schemas.microsoft.com/office/drawing/2014/main" id="{7A30578A-B3BA-32DC-7033-714DF81EF6F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1940603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5" name="Picture 3">
                  <a:extLst>
                    <a:ext uri="{FF2B5EF4-FFF2-40B4-BE49-F238E27FC236}">
                      <a16:creationId xmlns:a16="http://schemas.microsoft.com/office/drawing/2014/main" id="{1AF81D46-AE77-2631-7F2E-55D893B305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79065" y="445020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2" name="Γραμμή σύνδεσης: Γωνιώδης 21">
                  <a:extLst>
                    <a:ext uri="{FF2B5EF4-FFF2-40B4-BE49-F238E27FC236}">
                      <a16:creationId xmlns:a16="http://schemas.microsoft.com/office/drawing/2014/main" id="{D2C48B03-E6D5-A589-53B6-33DE9CECA90E}"/>
                    </a:ext>
                  </a:extLst>
                </p:cNvPr>
                <p:cNvCxnSpPr>
                  <a:stCxn id="2052" idx="3"/>
                  <a:endCxn id="3074" idx="1"/>
                </p:cNvCxnSpPr>
                <p:nvPr/>
              </p:nvCxnSpPr>
              <p:spPr>
                <a:xfrm flipV="1">
                  <a:off x="7294559" y="2440666"/>
                  <a:ext cx="357189" cy="1259565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Γραμμή σύνδεσης: Γωνιώδης 23">
                  <a:extLst>
                    <a:ext uri="{FF2B5EF4-FFF2-40B4-BE49-F238E27FC236}">
                      <a16:creationId xmlns:a16="http://schemas.microsoft.com/office/drawing/2014/main" id="{CB933AB4-2B84-D937-927D-2AD1A27A329F}"/>
                    </a:ext>
                  </a:extLst>
                </p:cNvPr>
                <p:cNvCxnSpPr>
                  <a:stCxn id="2052" idx="3"/>
                  <a:endCxn id="3075" idx="1"/>
                </p:cNvCxnSpPr>
                <p:nvPr/>
              </p:nvCxnSpPr>
              <p:spPr>
                <a:xfrm>
                  <a:off x="7294559" y="3700231"/>
                  <a:ext cx="384506" cy="1254802"/>
                </a:xfrm>
                <a:prstGeom prst="bentConnector3">
                  <a:avLst>
                    <a:gd name="adj1" fmla="val 45513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Ευθύγραμμο βέλος σύνδεσης 27">
                  <a:extLst>
                    <a:ext uri="{FF2B5EF4-FFF2-40B4-BE49-F238E27FC236}">
                      <a16:creationId xmlns:a16="http://schemas.microsoft.com/office/drawing/2014/main" id="{68365654-DE9C-6902-5EC9-4E9C69F3947F}"/>
                    </a:ext>
                  </a:extLst>
                </p:cNvPr>
                <p:cNvCxnSpPr>
                  <a:stCxn id="2052" idx="3"/>
                  <a:endCxn id="3073" idx="1"/>
                </p:cNvCxnSpPr>
                <p:nvPr/>
              </p:nvCxnSpPr>
              <p:spPr>
                <a:xfrm flipV="1">
                  <a:off x="7294559" y="3695468"/>
                  <a:ext cx="357189" cy="476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Ευθύγραμμο βέλος σύνδεσης 30">
                  <a:extLst>
                    <a:ext uri="{FF2B5EF4-FFF2-40B4-BE49-F238E27FC236}">
                      <a16:creationId xmlns:a16="http://schemas.microsoft.com/office/drawing/2014/main" id="{AB2BAC2E-7DE4-1B35-EE1F-CA3A641067D3}"/>
                    </a:ext>
                  </a:extLst>
                </p:cNvPr>
                <p:cNvCxnSpPr>
                  <a:stCxn id="3073" idx="3"/>
                  <a:endCxn id="2054" idx="1"/>
                </p:cNvCxnSpPr>
                <p:nvPr/>
              </p:nvCxnSpPr>
              <p:spPr>
                <a:xfrm>
                  <a:off x="9118598" y="3695468"/>
                  <a:ext cx="35718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5" name="Γραμμή σύνδεσης: Γωνιώδης 2054">
                  <a:extLst>
                    <a:ext uri="{FF2B5EF4-FFF2-40B4-BE49-F238E27FC236}">
                      <a16:creationId xmlns:a16="http://schemas.microsoft.com/office/drawing/2014/main" id="{2069F856-BF5A-F0DF-C92D-373A162B03AB}"/>
                    </a:ext>
                  </a:extLst>
                </p:cNvPr>
                <p:cNvCxnSpPr>
                  <a:stCxn id="3074" idx="3"/>
                  <a:endCxn id="2054" idx="1"/>
                </p:cNvCxnSpPr>
                <p:nvPr/>
              </p:nvCxnSpPr>
              <p:spPr>
                <a:xfrm>
                  <a:off x="9118598" y="2440666"/>
                  <a:ext cx="357189" cy="1254802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7" name="Γραμμή σύνδεσης: Γωνιώδης 2056">
                  <a:extLst>
                    <a:ext uri="{FF2B5EF4-FFF2-40B4-BE49-F238E27FC236}">
                      <a16:creationId xmlns:a16="http://schemas.microsoft.com/office/drawing/2014/main" id="{EDD89FA5-71E8-CEBF-93B3-D9DAE771D1AB}"/>
                    </a:ext>
                  </a:extLst>
                </p:cNvPr>
                <p:cNvCxnSpPr>
                  <a:stCxn id="3075" idx="3"/>
                  <a:endCxn id="2054" idx="1"/>
                </p:cNvCxnSpPr>
                <p:nvPr/>
              </p:nvCxnSpPr>
              <p:spPr>
                <a:xfrm flipV="1">
                  <a:off x="9145915" y="3695468"/>
                  <a:ext cx="329872" cy="1259565"/>
                </a:xfrm>
                <a:prstGeom prst="bentConnector3">
                  <a:avLst>
                    <a:gd name="adj1" fmla="val 47385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3" name="Ομάδα 2052">
                <a:extLst>
                  <a:ext uri="{FF2B5EF4-FFF2-40B4-BE49-F238E27FC236}">
                    <a16:creationId xmlns:a16="http://schemas.microsoft.com/office/drawing/2014/main" id="{8B1E9972-8B68-70E4-F5A6-91D289D1734B}"/>
                  </a:ext>
                </a:extLst>
              </p:cNvPr>
              <p:cNvGrpSpPr/>
              <p:nvPr/>
            </p:nvGrpSpPr>
            <p:grpSpPr>
              <a:xfrm>
                <a:off x="651538" y="2353722"/>
                <a:ext cx="7340462" cy="1939022"/>
                <a:chOff x="115091" y="2207418"/>
                <a:chExt cx="11903870" cy="3126583"/>
              </a:xfrm>
            </p:grpSpPr>
            <p:pic>
              <p:nvPicPr>
                <p:cNvPr id="8" name="Picture 3">
                  <a:extLst>
                    <a:ext uri="{FF2B5EF4-FFF2-40B4-BE49-F238E27FC236}">
                      <a16:creationId xmlns:a16="http://schemas.microsoft.com/office/drawing/2014/main" id="{80933961-B55E-6035-E3D9-0031D02745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5091" y="3050381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" name="Picture 4">
                  <a:extLst>
                    <a:ext uri="{FF2B5EF4-FFF2-40B4-BE49-F238E27FC236}">
                      <a16:creationId xmlns:a16="http://schemas.microsoft.com/office/drawing/2014/main" id="{B04D1D4E-AEE0-5A21-12D9-50CFD6BB61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984374" y="2712244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" name="Picture 5">
                  <a:extLst>
                    <a:ext uri="{FF2B5EF4-FFF2-40B4-BE49-F238E27FC236}">
                      <a16:creationId xmlns:a16="http://schemas.microsoft.com/office/drawing/2014/main" id="{127A7BD4-2EAA-E006-338C-0FE7FDFA44C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808410" y="3050381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5" name="Picture 8">
                  <a:extLst>
                    <a:ext uri="{FF2B5EF4-FFF2-40B4-BE49-F238E27FC236}">
                      <a16:creationId xmlns:a16="http://schemas.microsoft.com/office/drawing/2014/main" id="{70147C01-E3A4-88DB-2F68-7A2C65753C9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203954" y="220741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6" name="Picture 9">
                  <a:extLst>
                    <a:ext uri="{FF2B5EF4-FFF2-40B4-BE49-F238E27FC236}">
                      <a16:creationId xmlns:a16="http://schemas.microsoft.com/office/drawing/2014/main" id="{1E1FFEAB-0C34-30E3-8075-DFAB1E28E5C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199186" y="3429000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7" name="Picture 10">
                  <a:extLst>
                    <a:ext uri="{FF2B5EF4-FFF2-40B4-BE49-F238E27FC236}">
                      <a16:creationId xmlns:a16="http://schemas.microsoft.com/office/drawing/2014/main" id="{2AE630A5-06A2-E0D2-96C4-404F532FC35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23222" y="3762375"/>
                  <a:ext cx="1457325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11">
                  <a:extLst>
                    <a:ext uri="{FF2B5EF4-FFF2-40B4-BE49-F238E27FC236}">
                      <a16:creationId xmlns:a16="http://schemas.microsoft.com/office/drawing/2014/main" id="{9CB1E296-C01A-81F8-B43B-DDC21C81B2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561636" y="3098007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9" name="Ευθύγραμμο βέλος σύνδεσης 18">
                  <a:extLst>
                    <a:ext uri="{FF2B5EF4-FFF2-40B4-BE49-F238E27FC236}">
                      <a16:creationId xmlns:a16="http://schemas.microsoft.com/office/drawing/2014/main" id="{DBCB4344-3108-4297-49D3-616E1190BCD1}"/>
                    </a:ext>
                  </a:extLst>
                </p:cNvPr>
                <p:cNvCxnSpPr>
                  <a:stCxn id="8" idx="3"/>
                  <a:endCxn id="9" idx="1"/>
                </p:cNvCxnSpPr>
                <p:nvPr/>
              </p:nvCxnSpPr>
              <p:spPr>
                <a:xfrm>
                  <a:off x="1581941" y="3550444"/>
                  <a:ext cx="40243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Ευθύγραμμο βέλος σύνδεσης 19">
                  <a:extLst>
                    <a:ext uri="{FF2B5EF4-FFF2-40B4-BE49-F238E27FC236}">
                      <a16:creationId xmlns:a16="http://schemas.microsoft.com/office/drawing/2014/main" id="{D49560BD-58C4-1BD4-7C5F-4299DCAB8C68}"/>
                    </a:ext>
                  </a:extLst>
                </p:cNvPr>
                <p:cNvCxnSpPr>
                  <a:stCxn id="9" idx="3"/>
                  <a:endCxn id="13" idx="1"/>
                </p:cNvCxnSpPr>
                <p:nvPr/>
              </p:nvCxnSpPr>
              <p:spPr>
                <a:xfrm>
                  <a:off x="3441699" y="3550444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Γραμμή σύνδεσης: Γωνιώδης 20">
                  <a:extLst>
                    <a:ext uri="{FF2B5EF4-FFF2-40B4-BE49-F238E27FC236}">
                      <a16:creationId xmlns:a16="http://schemas.microsoft.com/office/drawing/2014/main" id="{28A60DD8-6723-2D51-28C7-95D58D2B036D}"/>
                    </a:ext>
                  </a:extLst>
                </p:cNvPr>
                <p:cNvCxnSpPr>
                  <a:stCxn id="13" idx="3"/>
                  <a:endCxn id="15" idx="1"/>
                </p:cNvCxnSpPr>
                <p:nvPr/>
              </p:nvCxnSpPr>
              <p:spPr>
                <a:xfrm flipV="1">
                  <a:off x="5265735" y="2712243"/>
                  <a:ext cx="938219" cy="838201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3" name="Picture 6">
                  <a:extLst>
                    <a:ext uri="{FF2B5EF4-FFF2-40B4-BE49-F238E27FC236}">
                      <a16:creationId xmlns:a16="http://schemas.microsoft.com/office/drawing/2014/main" id="{98058AE0-836C-C0D7-E7B7-0B73C6CE21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2478881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5" name="Γραμμή σύνδεσης: Γωνιώδης 24">
                  <a:extLst>
                    <a:ext uri="{FF2B5EF4-FFF2-40B4-BE49-F238E27FC236}">
                      <a16:creationId xmlns:a16="http://schemas.microsoft.com/office/drawing/2014/main" id="{0AAF873D-7CDF-3C3D-C08C-D0E0DDB3E57E}"/>
                    </a:ext>
                  </a:extLst>
                </p:cNvPr>
                <p:cNvCxnSpPr>
                  <a:stCxn id="13" idx="3"/>
                  <a:endCxn id="16" idx="1"/>
                </p:cNvCxnSpPr>
                <p:nvPr/>
              </p:nvCxnSpPr>
              <p:spPr>
                <a:xfrm>
                  <a:off x="5265735" y="3550444"/>
                  <a:ext cx="933451" cy="716756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6" name="Picture 7">
                  <a:extLst>
                    <a:ext uri="{FF2B5EF4-FFF2-40B4-BE49-F238E27FC236}">
                      <a16:creationId xmlns:a16="http://schemas.microsoft.com/office/drawing/2014/main" id="{E8092336-6396-B533-516C-CE59D776C3D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4033838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7" name="Ευθύγραμμο βέλος σύνδεσης 26">
                  <a:extLst>
                    <a:ext uri="{FF2B5EF4-FFF2-40B4-BE49-F238E27FC236}">
                      <a16:creationId xmlns:a16="http://schemas.microsoft.com/office/drawing/2014/main" id="{40A5C32B-E25C-98FB-0886-645A22B8E40F}"/>
                    </a:ext>
                  </a:extLst>
                </p:cNvPr>
                <p:cNvCxnSpPr>
                  <a:stCxn id="16" idx="3"/>
                  <a:endCxn id="17" idx="1"/>
                </p:cNvCxnSpPr>
                <p:nvPr/>
              </p:nvCxnSpPr>
              <p:spPr>
                <a:xfrm>
                  <a:off x="7656511" y="4267200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Γραμμή σύνδεσης: Γωνιώδης 28">
                  <a:extLst>
                    <a:ext uri="{FF2B5EF4-FFF2-40B4-BE49-F238E27FC236}">
                      <a16:creationId xmlns:a16="http://schemas.microsoft.com/office/drawing/2014/main" id="{6203E083-CD4B-2C3F-B905-4DEAB5C379D4}"/>
                    </a:ext>
                  </a:extLst>
                </p:cNvPr>
                <p:cNvCxnSpPr>
                  <a:stCxn id="17" idx="3"/>
                  <a:endCxn id="18" idx="1"/>
                </p:cNvCxnSpPr>
                <p:nvPr/>
              </p:nvCxnSpPr>
              <p:spPr>
                <a:xfrm flipV="1">
                  <a:off x="9480547" y="3598070"/>
                  <a:ext cx="1081089" cy="669130"/>
                </a:xfrm>
                <a:prstGeom prst="bentConnector3">
                  <a:avLst>
                    <a:gd name="adj1" fmla="val 50001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Γραμμή σύνδεσης: Γωνιώδης 29">
                  <a:extLst>
                    <a:ext uri="{FF2B5EF4-FFF2-40B4-BE49-F238E27FC236}">
                      <a16:creationId xmlns:a16="http://schemas.microsoft.com/office/drawing/2014/main" id="{8AB34086-280C-4B25-43AC-EF2D945C9042}"/>
                    </a:ext>
                  </a:extLst>
                </p:cNvPr>
                <p:cNvCxnSpPr>
                  <a:cxnSpLocks/>
                  <a:stCxn id="17" idx="3"/>
                  <a:endCxn id="2051" idx="1"/>
                </p:cNvCxnSpPr>
                <p:nvPr/>
              </p:nvCxnSpPr>
              <p:spPr>
                <a:xfrm>
                  <a:off x="9480546" y="4267200"/>
                  <a:ext cx="1081090" cy="787838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048" name="Picture 6">
                  <a:extLst>
                    <a:ext uri="{FF2B5EF4-FFF2-40B4-BE49-F238E27FC236}">
                      <a16:creationId xmlns:a16="http://schemas.microsoft.com/office/drawing/2014/main" id="{EBAFACF5-E754-6378-7FB3-A2074F1CD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3354887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49" name="Picture 7">
                  <a:extLst>
                    <a:ext uri="{FF2B5EF4-FFF2-40B4-BE49-F238E27FC236}">
                      <a16:creationId xmlns:a16="http://schemas.microsoft.com/office/drawing/2014/main" id="{AC5C8E89-3211-A481-6A4D-8D9557CDB9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4867276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2058" name="Γραμμή σύνδεσης: Γωνιώδης 2057">
                <a:extLst>
                  <a:ext uri="{FF2B5EF4-FFF2-40B4-BE49-F238E27FC236}">
                    <a16:creationId xmlns:a16="http://schemas.microsoft.com/office/drawing/2014/main" id="{CB2E6C05-F586-91DF-B5C3-40CA1EC50958}"/>
                  </a:ext>
                </a:extLst>
              </p:cNvPr>
              <p:cNvCxnSpPr>
                <a:stCxn id="2054" idx="2"/>
                <a:endCxn id="13" idx="2"/>
              </p:cNvCxnSpPr>
              <p:nvPr/>
            </p:nvCxnSpPr>
            <p:spPr>
              <a:xfrm rot="5400000" flipH="1">
                <a:off x="6576447" y="298640"/>
                <a:ext cx="1127372" cy="7523603"/>
              </a:xfrm>
              <a:prstGeom prst="bentConnector3">
                <a:avLst>
                  <a:gd name="adj1" fmla="val -73809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066" name="Picture 1">
              <a:extLst>
                <a:ext uri="{FF2B5EF4-FFF2-40B4-BE49-F238E27FC236}">
                  <a16:creationId xmlns:a16="http://schemas.microsoft.com/office/drawing/2014/main" id="{E2C5B9AA-18B6-B011-4744-7CB8933EEA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13217" y="5556428"/>
              <a:ext cx="1180985" cy="4652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41564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603E5-440C-8B92-B41B-46F504E4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D1FA1A8-2ADE-5679-787B-F7D046B2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6FC6189D-F900-A974-3B9F-2F3AC1F4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429000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365FCF66-FEAB-50E4-4F20-7F523520F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037" y="342773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923D5334-16FA-D4DB-E515-8601C84EC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2053114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7B3F6CF-05EC-8C87-9FB1-9E5DE112F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3427730"/>
            <a:ext cx="1847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C7615BAE-C61A-3A70-A590-6E4BA6705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3" y="4799806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906347-40F6-6FF5-6342-F4F6FD424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0" name="Ευθύγραμμο βέλος σύνδεσης 2049">
            <a:extLst>
              <a:ext uri="{FF2B5EF4-FFF2-40B4-BE49-F238E27FC236}">
                <a16:creationId xmlns:a16="http://schemas.microsoft.com/office/drawing/2014/main" id="{9E5E5BB4-33F3-CADB-7333-CC7FC328CB37}"/>
              </a:ext>
            </a:extLst>
          </p:cNvPr>
          <p:cNvCxnSpPr>
            <a:stCxn id="1025" idx="3"/>
            <a:endCxn id="1026" idx="1"/>
          </p:cNvCxnSpPr>
          <p:nvPr/>
        </p:nvCxnSpPr>
        <p:spPr>
          <a:xfrm flipV="1">
            <a:off x="1938083" y="3932555"/>
            <a:ext cx="1028954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59" name="Ευθύγραμμο βέλος σύνδεσης 2058">
            <a:extLst>
              <a:ext uri="{FF2B5EF4-FFF2-40B4-BE49-F238E27FC236}">
                <a16:creationId xmlns:a16="http://schemas.microsoft.com/office/drawing/2014/main" id="{41D329F4-3E37-1498-4124-82940FD40973}"/>
              </a:ext>
            </a:extLst>
          </p:cNvPr>
          <p:cNvCxnSpPr>
            <a:stCxn id="1026" idx="3"/>
            <a:endCxn id="1028" idx="1"/>
          </p:cNvCxnSpPr>
          <p:nvPr/>
        </p:nvCxnSpPr>
        <p:spPr>
          <a:xfrm>
            <a:off x="5538787" y="3932555"/>
            <a:ext cx="8764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1" name="Ευθύγραμμο βέλος σύνδεσης 2060">
            <a:extLst>
              <a:ext uri="{FF2B5EF4-FFF2-40B4-BE49-F238E27FC236}">
                <a16:creationId xmlns:a16="http://schemas.microsoft.com/office/drawing/2014/main" id="{ADFB6341-9192-2A4E-C3C7-10384913170F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>
            <a:off x="8263064" y="3932555"/>
            <a:ext cx="876428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A3A08320-708D-FDBE-25AF-8AD0E369A288}"/>
              </a:ext>
            </a:extLst>
          </p:cNvPr>
          <p:cNvCxnSpPr>
            <a:stCxn id="1026" idx="3"/>
            <a:endCxn id="1027" idx="1"/>
          </p:cNvCxnSpPr>
          <p:nvPr/>
        </p:nvCxnSpPr>
        <p:spPr>
          <a:xfrm flipV="1">
            <a:off x="5538787" y="2557939"/>
            <a:ext cx="876427" cy="13746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8" name="Γραμμή σύνδεσης: Γωνιώδης 2067">
            <a:extLst>
              <a:ext uri="{FF2B5EF4-FFF2-40B4-BE49-F238E27FC236}">
                <a16:creationId xmlns:a16="http://schemas.microsoft.com/office/drawing/2014/main" id="{0DD4BDEF-9E96-5F6C-4537-A1AD9E92F932}"/>
              </a:ext>
            </a:extLst>
          </p:cNvPr>
          <p:cNvCxnSpPr>
            <a:stCxn id="1026" idx="3"/>
            <a:endCxn id="1029" idx="1"/>
          </p:cNvCxnSpPr>
          <p:nvPr/>
        </p:nvCxnSpPr>
        <p:spPr>
          <a:xfrm>
            <a:off x="5538787" y="3932555"/>
            <a:ext cx="876426" cy="13673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0" name="Γραμμή σύνδεσης: Γωνιώδης 2069">
            <a:extLst>
              <a:ext uri="{FF2B5EF4-FFF2-40B4-BE49-F238E27FC236}">
                <a16:creationId xmlns:a16="http://schemas.microsoft.com/office/drawing/2014/main" id="{57CD9F91-A088-44F7-2BE3-FC7984AD5ECE}"/>
              </a:ext>
            </a:extLst>
          </p:cNvPr>
          <p:cNvCxnSpPr>
            <a:stCxn id="1027" idx="3"/>
            <a:endCxn id="1030" idx="1"/>
          </p:cNvCxnSpPr>
          <p:nvPr/>
        </p:nvCxnSpPr>
        <p:spPr>
          <a:xfrm>
            <a:off x="8253539" y="2557939"/>
            <a:ext cx="885953" cy="1375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2" name="Γραμμή σύνδεσης: Γωνιώδης 2071">
            <a:extLst>
              <a:ext uri="{FF2B5EF4-FFF2-40B4-BE49-F238E27FC236}">
                <a16:creationId xmlns:a16="http://schemas.microsoft.com/office/drawing/2014/main" id="{BC4C450D-5809-481C-A524-014749E20FEA}"/>
              </a:ext>
            </a:extLst>
          </p:cNvPr>
          <p:cNvCxnSpPr>
            <a:stCxn id="1029" idx="3"/>
            <a:endCxn id="1030" idx="1"/>
          </p:cNvCxnSpPr>
          <p:nvPr/>
        </p:nvCxnSpPr>
        <p:spPr>
          <a:xfrm flipV="1">
            <a:off x="8253538" y="3933825"/>
            <a:ext cx="885954" cy="13660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4" name="Ευθύγραμμο βέλος σύνδεσης 2073">
            <a:extLst>
              <a:ext uri="{FF2B5EF4-FFF2-40B4-BE49-F238E27FC236}">
                <a16:creationId xmlns:a16="http://schemas.microsoft.com/office/drawing/2014/main" id="{27593AEF-26F0-737D-F3C6-FD2133AC2CF2}"/>
              </a:ext>
            </a:extLst>
          </p:cNvPr>
          <p:cNvCxnSpPr>
            <a:stCxn id="1030" idx="3"/>
          </p:cNvCxnSpPr>
          <p:nvPr/>
        </p:nvCxnSpPr>
        <p:spPr>
          <a:xfrm flipV="1">
            <a:off x="11711242" y="3932555"/>
            <a:ext cx="386270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5" name="TextBox 2074">
            <a:extLst>
              <a:ext uri="{FF2B5EF4-FFF2-40B4-BE49-F238E27FC236}">
                <a16:creationId xmlns:a16="http://schemas.microsoft.com/office/drawing/2014/main" id="{0E703849-EECC-46F6-7BB2-161604C5BED7}"/>
              </a:ext>
            </a:extLst>
          </p:cNvPr>
          <p:cNvSpPr txBox="1"/>
          <p:nvPr/>
        </p:nvSpPr>
        <p:spPr>
          <a:xfrm>
            <a:off x="480758" y="4799806"/>
            <a:ext cx="490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rhs</a:t>
            </a:r>
            <a:r>
              <a:rPr lang="en-US" dirty="0"/>
              <a:t>(s) = </a:t>
            </a:r>
            <a:r>
              <a:rPr lang="el-GR" dirty="0"/>
              <a:t>κόστος κόμβου, άμεσα μεταβαλλόμενο από τις αλλαγές</a:t>
            </a:r>
          </a:p>
        </p:txBody>
      </p:sp>
    </p:spTree>
    <p:extLst>
      <p:ext uri="{BB962C8B-B14F-4D97-AF65-F5344CB8AC3E}">
        <p14:creationId xmlns:p14="http://schemas.microsoft.com/office/powerpoint/2010/main" val="2367275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15F6B-19EB-7DEE-F038-2982CF50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733F466-46DB-E1BD-D377-C13EDF2D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47C2806-469C-D1A5-5878-F8EC8619E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116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11111E-6 L -0.75013 -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1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E3FF-4F5B-67E4-846A-1EE4CDA1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6" name="Γραμμή σύνδεσης: Γωνιώδης 2065">
            <a:extLst>
              <a:ext uri="{FF2B5EF4-FFF2-40B4-BE49-F238E27FC236}">
                <a16:creationId xmlns:a16="http://schemas.microsoft.com/office/drawing/2014/main" id="{AE985968-5AC5-1153-E81E-47DC68316DE5}"/>
              </a:ext>
            </a:extLst>
          </p:cNvPr>
          <p:cNvCxnSpPr>
            <a:stCxn id="2055" idx="2"/>
            <a:endCxn id="1030" idx="2"/>
          </p:cNvCxnSpPr>
          <p:nvPr/>
        </p:nvCxnSpPr>
        <p:spPr>
          <a:xfrm rot="5400000">
            <a:off x="6293835" y="-569309"/>
            <a:ext cx="12700" cy="10015919"/>
          </a:xfrm>
          <a:prstGeom prst="bentConnector3">
            <a:avLst>
              <a:gd name="adj1" fmla="val 1509230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D517F966-54BB-C43F-7307-86728F91438D}"/>
              </a:ext>
            </a:extLst>
          </p:cNvPr>
          <p:cNvCxnSpPr>
            <a:stCxn id="2054" idx="2"/>
            <a:endCxn id="1030" idx="2"/>
          </p:cNvCxnSpPr>
          <p:nvPr/>
        </p:nvCxnSpPr>
        <p:spPr>
          <a:xfrm rot="5400000">
            <a:off x="5606845" y="-1256300"/>
            <a:ext cx="1373981" cy="10015919"/>
          </a:xfrm>
          <a:prstGeom prst="bentConnector3">
            <a:avLst>
              <a:gd name="adj1" fmla="val 23877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Τίτλος 3">
            <a:extLst>
              <a:ext uri="{FF2B5EF4-FFF2-40B4-BE49-F238E27FC236}">
                <a16:creationId xmlns:a16="http://schemas.microsoft.com/office/drawing/2014/main" id="{840866C9-761C-1482-9E2B-76DF37C30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54B8B7C-3A1E-1471-ED0C-1C599C04F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5EED285-BCD6-1087-9865-DA756B1C1C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6CBFEAF-317D-0E43-ECEC-8270EC6C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1F232C58-5233-F6A2-BFE9-F27223E09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4802981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9B9D7A2-3D0D-F024-2543-08E20D207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4603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16A15E44-1E77-3F0A-9C37-9EDC384A6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3617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6D63CF7-FBEC-429F-7AD8-6755E133E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Picture 7">
            <a:extLst>
              <a:ext uri="{FF2B5EF4-FFF2-40B4-BE49-F238E27FC236}">
                <a16:creationId xmlns:a16="http://schemas.microsoft.com/office/drawing/2014/main" id="{D5CA14E5-007F-B525-A4EE-476E96A0A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31EDC4D7-532C-798D-062D-1E72DE8B7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4802980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Ευθύγραμμο βέλος σύνδεσης 2">
            <a:extLst>
              <a:ext uri="{FF2B5EF4-FFF2-40B4-BE49-F238E27FC236}">
                <a16:creationId xmlns:a16="http://schemas.microsoft.com/office/drawing/2014/main" id="{7021A8AF-1D8B-093E-C76C-910C481F9E4F}"/>
              </a:ext>
            </a:extLst>
          </p:cNvPr>
          <p:cNvCxnSpPr>
            <a:stCxn id="1030" idx="3"/>
            <a:endCxn id="2050" idx="1"/>
          </p:cNvCxnSpPr>
          <p:nvPr/>
        </p:nvCxnSpPr>
        <p:spPr>
          <a:xfrm>
            <a:off x="2571750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Ευθύγραμμο βέλος σύνδεσης 5">
            <a:extLst>
              <a:ext uri="{FF2B5EF4-FFF2-40B4-BE49-F238E27FC236}">
                <a16:creationId xmlns:a16="http://schemas.microsoft.com/office/drawing/2014/main" id="{CB93CD08-E73F-E540-183C-A245DA1D044B}"/>
              </a:ext>
            </a:extLst>
          </p:cNvPr>
          <p:cNvCxnSpPr>
            <a:stCxn id="2050" idx="3"/>
            <a:endCxn id="2052" idx="1"/>
          </p:cNvCxnSpPr>
          <p:nvPr/>
        </p:nvCxnSpPr>
        <p:spPr>
          <a:xfrm>
            <a:off x="4617339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Γραμμή σύνδεσης: Γωνιώδης 7">
            <a:extLst>
              <a:ext uri="{FF2B5EF4-FFF2-40B4-BE49-F238E27FC236}">
                <a16:creationId xmlns:a16="http://schemas.microsoft.com/office/drawing/2014/main" id="{66DD1AA3-8130-4AE6-7313-249FFAE6C6E4}"/>
              </a:ext>
            </a:extLst>
          </p:cNvPr>
          <p:cNvCxnSpPr>
            <a:stCxn id="1030" idx="3"/>
            <a:endCxn id="2049" idx="1"/>
          </p:cNvCxnSpPr>
          <p:nvPr/>
        </p:nvCxnSpPr>
        <p:spPr>
          <a:xfrm flipV="1">
            <a:off x="2571750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Γραμμή σύνδεσης: Γωνιώδης 9">
            <a:extLst>
              <a:ext uri="{FF2B5EF4-FFF2-40B4-BE49-F238E27FC236}">
                <a16:creationId xmlns:a16="http://schemas.microsoft.com/office/drawing/2014/main" id="{6FFBD32C-617E-3EE7-D461-75B67A809B3E}"/>
              </a:ext>
            </a:extLst>
          </p:cNvPr>
          <p:cNvCxnSpPr>
            <a:stCxn id="1030" idx="3"/>
            <a:endCxn id="2051" idx="1"/>
          </p:cNvCxnSpPr>
          <p:nvPr/>
        </p:nvCxnSpPr>
        <p:spPr>
          <a:xfrm>
            <a:off x="2571750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1033292C-7B73-87C8-0AB4-7A7219E885D4}"/>
              </a:ext>
            </a:extLst>
          </p:cNvPr>
          <p:cNvCxnSpPr>
            <a:stCxn id="2049" idx="3"/>
            <a:endCxn id="2052" idx="1"/>
          </p:cNvCxnSpPr>
          <p:nvPr/>
        </p:nvCxnSpPr>
        <p:spPr>
          <a:xfrm>
            <a:off x="4617339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Γραμμή σύνδεσης: Γωνιώδης 13">
            <a:extLst>
              <a:ext uri="{FF2B5EF4-FFF2-40B4-BE49-F238E27FC236}">
                <a16:creationId xmlns:a16="http://schemas.microsoft.com/office/drawing/2014/main" id="{0424CA0A-C8E2-6B55-E764-BC2EE23F8A89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 flipV="1">
            <a:off x="4617339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Γραμμή σύνδεσης: Γωνιώδης 15">
            <a:extLst>
              <a:ext uri="{FF2B5EF4-FFF2-40B4-BE49-F238E27FC236}">
                <a16:creationId xmlns:a16="http://schemas.microsoft.com/office/drawing/2014/main" id="{3CCA2A54-BD6D-7C04-A5E7-97A958EB08A2}"/>
              </a:ext>
            </a:extLst>
          </p:cNvPr>
          <p:cNvCxnSpPr>
            <a:stCxn id="2053" idx="3"/>
            <a:endCxn id="2054" idx="1"/>
          </p:cNvCxnSpPr>
          <p:nvPr/>
        </p:nvCxnSpPr>
        <p:spPr>
          <a:xfrm flipV="1">
            <a:off x="10175367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47D998F1-6460-3EC9-4AA1-4033F488038A}"/>
              </a:ext>
            </a:extLst>
          </p:cNvPr>
          <p:cNvCxnSpPr>
            <a:stCxn id="2053" idx="3"/>
            <a:endCxn id="2056" idx="1"/>
          </p:cNvCxnSpPr>
          <p:nvPr/>
        </p:nvCxnSpPr>
        <p:spPr>
          <a:xfrm>
            <a:off x="10175367" y="3933825"/>
            <a:ext cx="207264" cy="13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Ευθύγραμμο βέλος σύνδεσης 19">
            <a:extLst>
              <a:ext uri="{FF2B5EF4-FFF2-40B4-BE49-F238E27FC236}">
                <a16:creationId xmlns:a16="http://schemas.microsoft.com/office/drawing/2014/main" id="{C6AB5AD4-6E52-5143-641A-6FB8F6DFEE66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7396353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Ευθύγραμμο βέλος σύνδεσης 21">
            <a:extLst>
              <a:ext uri="{FF2B5EF4-FFF2-40B4-BE49-F238E27FC236}">
                <a16:creationId xmlns:a16="http://schemas.microsoft.com/office/drawing/2014/main" id="{3C241CA0-D38B-981F-E04C-378C67AB0FEB}"/>
              </a:ext>
            </a:extLst>
          </p:cNvPr>
          <p:cNvCxnSpPr>
            <a:stCxn id="2053" idx="3"/>
            <a:endCxn id="2055" idx="1"/>
          </p:cNvCxnSpPr>
          <p:nvPr/>
        </p:nvCxnSpPr>
        <p:spPr>
          <a:xfrm>
            <a:off x="10175367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9" name="Γραμμή σύνδεσης: Γωνιώδης 2068">
            <a:extLst>
              <a:ext uri="{FF2B5EF4-FFF2-40B4-BE49-F238E27FC236}">
                <a16:creationId xmlns:a16="http://schemas.microsoft.com/office/drawing/2014/main" id="{7A93ADE5-A13C-81AB-2407-4FE48F837E21}"/>
              </a:ext>
            </a:extLst>
          </p:cNvPr>
          <p:cNvCxnSpPr>
            <a:stCxn id="2056" idx="2"/>
            <a:endCxn id="1030" idx="2"/>
          </p:cNvCxnSpPr>
          <p:nvPr/>
        </p:nvCxnSpPr>
        <p:spPr>
          <a:xfrm rot="5400000" flipH="1">
            <a:off x="5611607" y="112919"/>
            <a:ext cx="1364455" cy="10015919"/>
          </a:xfrm>
          <a:prstGeom prst="bentConnector3">
            <a:avLst>
              <a:gd name="adj1" fmla="val -3958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71" name="Picture 10">
            <a:extLst>
              <a:ext uri="{FF2B5EF4-FFF2-40B4-BE49-F238E27FC236}">
                <a16:creationId xmlns:a16="http://schemas.microsoft.com/office/drawing/2014/main" id="{C3B6BC5F-6E98-3A41-45EF-617A3992C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65" y="6029011"/>
            <a:ext cx="15716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TextBox 2071">
            <a:extLst>
              <a:ext uri="{FF2B5EF4-FFF2-40B4-BE49-F238E27FC236}">
                <a16:creationId xmlns:a16="http://schemas.microsoft.com/office/drawing/2014/main" id="{E0E14D87-5941-E685-0EF9-7CF82B8400F3}"/>
              </a:ext>
            </a:extLst>
          </p:cNvPr>
          <p:cNvSpPr txBox="1"/>
          <p:nvPr/>
        </p:nvSpPr>
        <p:spPr>
          <a:xfrm>
            <a:off x="145142" y="2132749"/>
            <a:ext cx="28529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 = </a:t>
            </a:r>
            <a:r>
              <a:rPr lang="el-GR" dirty="0"/>
              <a:t>διατηρεί σειρά προτεραιότητας στην </a:t>
            </a:r>
            <a:r>
              <a:rPr lang="en-US" dirty="0"/>
              <a:t>Open List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66222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2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F4C96-CD69-F943-4453-E3BD1AF6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8E0A07B-8512-6D2A-FC3B-199547BC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Ομάδα 26">
            <a:extLst>
              <a:ext uri="{FF2B5EF4-FFF2-40B4-BE49-F238E27FC236}">
                <a16:creationId xmlns:a16="http://schemas.microsoft.com/office/drawing/2014/main" id="{E571F7BC-9E72-12B5-3F23-4AA4E74A840B}"/>
              </a:ext>
            </a:extLst>
          </p:cNvPr>
          <p:cNvGrpSpPr/>
          <p:nvPr/>
        </p:nvGrpSpPr>
        <p:grpSpPr>
          <a:xfrm>
            <a:off x="4572000" y="2025980"/>
            <a:ext cx="7608630" cy="3978088"/>
            <a:chOff x="0" y="2055019"/>
            <a:chExt cx="12220956" cy="459311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04E4D68E-4372-DC41-0C83-2EDD7F2ED8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066" name="Γραμμή σύνδεσης: Γωνιώδης 2065">
              <a:extLst>
                <a:ext uri="{FF2B5EF4-FFF2-40B4-BE49-F238E27FC236}">
                  <a16:creationId xmlns:a16="http://schemas.microsoft.com/office/drawing/2014/main" id="{2BB85DD4-B07B-0FA8-43B2-408F3D0895E2}"/>
                </a:ext>
              </a:extLst>
            </p:cNvPr>
            <p:cNvCxnSpPr>
              <a:stCxn id="2055" idx="2"/>
              <a:endCxn id="1030" idx="2"/>
            </p:cNvCxnSpPr>
            <p:nvPr/>
          </p:nvCxnSpPr>
          <p:spPr>
            <a:xfrm rot="5400000">
              <a:off x="6293835" y="-569309"/>
              <a:ext cx="12700" cy="10015919"/>
            </a:xfrm>
            <a:prstGeom prst="bentConnector3">
              <a:avLst>
                <a:gd name="adj1" fmla="val 15092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3" name="Γραμμή σύνδεσης: Γωνιώδης 2062">
              <a:extLst>
                <a:ext uri="{FF2B5EF4-FFF2-40B4-BE49-F238E27FC236}">
                  <a16:creationId xmlns:a16="http://schemas.microsoft.com/office/drawing/2014/main" id="{50308297-1B53-D039-62D1-B84651F72670}"/>
                </a:ext>
              </a:extLst>
            </p:cNvPr>
            <p:cNvCxnSpPr>
              <a:stCxn id="2054" idx="2"/>
              <a:endCxn id="1030" idx="2"/>
            </p:cNvCxnSpPr>
            <p:nvPr/>
          </p:nvCxnSpPr>
          <p:spPr>
            <a:xfrm rot="5400000">
              <a:off x="5606845" y="-1256300"/>
              <a:ext cx="1373981" cy="10015919"/>
            </a:xfrm>
            <a:prstGeom prst="bentConnector3">
              <a:avLst>
                <a:gd name="adj1" fmla="val 23877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9" name="Picture 1">
              <a:extLst>
                <a:ext uri="{FF2B5EF4-FFF2-40B4-BE49-F238E27FC236}">
                  <a16:creationId xmlns:a16="http://schemas.microsoft.com/office/drawing/2014/main" id="{1EDB49D0-DBE8-CF7B-7BDC-17B32E1DF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A6061CDC-8086-D998-52D9-F2B0143C17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>
              <a:extLst>
                <a:ext uri="{FF2B5EF4-FFF2-40B4-BE49-F238E27FC236}">
                  <a16:creationId xmlns:a16="http://schemas.microsoft.com/office/drawing/2014/main" id="{BD09BD1B-4C18-8674-AA9F-569B6D495D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4802981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0D35D8CF-ED50-26EB-C147-6F8CE62753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4603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3" name="Picture 5">
              <a:extLst>
                <a:ext uri="{FF2B5EF4-FFF2-40B4-BE49-F238E27FC236}">
                  <a16:creationId xmlns:a16="http://schemas.microsoft.com/office/drawing/2014/main" id="{76B4D9A7-5C4F-61BE-F4B4-C3973EF4D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03617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146D860E-650A-258F-F204-2EFFDAFE9D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5" name="Picture 7">
              <a:extLst>
                <a:ext uri="{FF2B5EF4-FFF2-40B4-BE49-F238E27FC236}">
                  <a16:creationId xmlns:a16="http://schemas.microsoft.com/office/drawing/2014/main" id="{21C653A6-52BE-06AB-10C8-06ABCCCF27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D5EB7E1-9160-E2E8-9A83-2620A4C85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4802980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" name="Ευθύγραμμο βέλος σύνδεσης 2">
              <a:extLst>
                <a:ext uri="{FF2B5EF4-FFF2-40B4-BE49-F238E27FC236}">
                  <a16:creationId xmlns:a16="http://schemas.microsoft.com/office/drawing/2014/main" id="{C6816BC7-1D79-D699-BA97-8C26AC34C716}"/>
                </a:ext>
              </a:extLst>
            </p:cNvPr>
            <p:cNvCxnSpPr>
              <a:stCxn id="1030" idx="3"/>
              <a:endCxn id="2050" idx="1"/>
            </p:cNvCxnSpPr>
            <p:nvPr/>
          </p:nvCxnSpPr>
          <p:spPr>
            <a:xfrm>
              <a:off x="2571750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Ευθύγραμμο βέλος σύνδεσης 5">
              <a:extLst>
                <a:ext uri="{FF2B5EF4-FFF2-40B4-BE49-F238E27FC236}">
                  <a16:creationId xmlns:a16="http://schemas.microsoft.com/office/drawing/2014/main" id="{C5CFDABC-0099-0B14-F492-FD7F231ECC38}"/>
                </a:ext>
              </a:extLst>
            </p:cNvPr>
            <p:cNvCxnSpPr>
              <a:stCxn id="2050" idx="3"/>
              <a:endCxn id="2052" idx="1"/>
            </p:cNvCxnSpPr>
            <p:nvPr/>
          </p:nvCxnSpPr>
          <p:spPr>
            <a:xfrm>
              <a:off x="4617339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Γραμμή σύνδεσης: Γωνιώδης 7">
              <a:extLst>
                <a:ext uri="{FF2B5EF4-FFF2-40B4-BE49-F238E27FC236}">
                  <a16:creationId xmlns:a16="http://schemas.microsoft.com/office/drawing/2014/main" id="{F30926A6-8A0C-A874-EBC7-BDA9E7A0C179}"/>
                </a:ext>
              </a:extLst>
            </p:cNvPr>
            <p:cNvCxnSpPr>
              <a:stCxn id="1030" idx="3"/>
              <a:endCxn id="2049" idx="1"/>
            </p:cNvCxnSpPr>
            <p:nvPr/>
          </p:nvCxnSpPr>
          <p:spPr>
            <a:xfrm flipV="1">
              <a:off x="2571750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Γραμμή σύνδεσης: Γωνιώδης 9">
              <a:extLst>
                <a:ext uri="{FF2B5EF4-FFF2-40B4-BE49-F238E27FC236}">
                  <a16:creationId xmlns:a16="http://schemas.microsoft.com/office/drawing/2014/main" id="{C3F93AC0-CF77-47DA-7927-3A8540879676}"/>
                </a:ext>
              </a:extLst>
            </p:cNvPr>
            <p:cNvCxnSpPr>
              <a:stCxn id="1030" idx="3"/>
              <a:endCxn id="2051" idx="1"/>
            </p:cNvCxnSpPr>
            <p:nvPr/>
          </p:nvCxnSpPr>
          <p:spPr>
            <a:xfrm>
              <a:off x="2571750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Γραμμή σύνδεσης: Γωνιώδης 11">
              <a:extLst>
                <a:ext uri="{FF2B5EF4-FFF2-40B4-BE49-F238E27FC236}">
                  <a16:creationId xmlns:a16="http://schemas.microsoft.com/office/drawing/2014/main" id="{EC54CE74-DF96-7E22-2BF6-B72D569244F9}"/>
                </a:ext>
              </a:extLst>
            </p:cNvPr>
            <p:cNvCxnSpPr>
              <a:stCxn id="2049" idx="3"/>
              <a:endCxn id="2052" idx="1"/>
            </p:cNvCxnSpPr>
            <p:nvPr/>
          </p:nvCxnSpPr>
          <p:spPr>
            <a:xfrm>
              <a:off x="4617339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Γραμμή σύνδεσης: Γωνιώδης 13">
              <a:extLst>
                <a:ext uri="{FF2B5EF4-FFF2-40B4-BE49-F238E27FC236}">
                  <a16:creationId xmlns:a16="http://schemas.microsoft.com/office/drawing/2014/main" id="{20162670-B2E9-F520-6B58-784DBC90E454}"/>
                </a:ext>
              </a:extLst>
            </p:cNvPr>
            <p:cNvCxnSpPr>
              <a:stCxn id="2051" idx="3"/>
              <a:endCxn id="2052" idx="1"/>
            </p:cNvCxnSpPr>
            <p:nvPr/>
          </p:nvCxnSpPr>
          <p:spPr>
            <a:xfrm flipV="1">
              <a:off x="4617339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Γραμμή σύνδεσης: Γωνιώδης 15">
              <a:extLst>
                <a:ext uri="{FF2B5EF4-FFF2-40B4-BE49-F238E27FC236}">
                  <a16:creationId xmlns:a16="http://schemas.microsoft.com/office/drawing/2014/main" id="{A662EF4C-7F03-E30F-278C-95A1FF7D11DE}"/>
                </a:ext>
              </a:extLst>
            </p:cNvPr>
            <p:cNvCxnSpPr>
              <a:cxnSpLocks/>
              <a:stCxn id="2053" idx="3"/>
              <a:endCxn id="2054" idx="1"/>
            </p:cNvCxnSpPr>
            <p:nvPr/>
          </p:nvCxnSpPr>
          <p:spPr>
            <a:xfrm flipV="1">
              <a:off x="10175367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Γραμμή σύνδεσης: Γωνιώδης 17">
              <a:extLst>
                <a:ext uri="{FF2B5EF4-FFF2-40B4-BE49-F238E27FC236}">
                  <a16:creationId xmlns:a16="http://schemas.microsoft.com/office/drawing/2014/main" id="{7F185FA6-7B76-00C0-775B-8823939A774D}"/>
                </a:ext>
              </a:extLst>
            </p:cNvPr>
            <p:cNvCxnSpPr>
              <a:stCxn id="2053" idx="3"/>
              <a:endCxn id="2056" idx="1"/>
            </p:cNvCxnSpPr>
            <p:nvPr/>
          </p:nvCxnSpPr>
          <p:spPr>
            <a:xfrm>
              <a:off x="10175367" y="3933825"/>
              <a:ext cx="207264" cy="1369218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Ευθύγραμμο βέλος σύνδεσης 19">
              <a:extLst>
                <a:ext uri="{FF2B5EF4-FFF2-40B4-BE49-F238E27FC236}">
                  <a16:creationId xmlns:a16="http://schemas.microsoft.com/office/drawing/2014/main" id="{704CE632-DADE-ADB9-85CA-F2B2D701D569}"/>
                </a:ext>
              </a:extLst>
            </p:cNvPr>
            <p:cNvCxnSpPr>
              <a:stCxn id="2052" idx="3"/>
              <a:endCxn id="2053" idx="1"/>
            </p:cNvCxnSpPr>
            <p:nvPr/>
          </p:nvCxnSpPr>
          <p:spPr>
            <a:xfrm>
              <a:off x="7396353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Ευθύγραμμο βέλος σύνδεσης 21">
              <a:extLst>
                <a:ext uri="{FF2B5EF4-FFF2-40B4-BE49-F238E27FC236}">
                  <a16:creationId xmlns:a16="http://schemas.microsoft.com/office/drawing/2014/main" id="{622E791C-BA30-EF6F-FDD2-21CB8AF46168}"/>
                </a:ext>
              </a:extLst>
            </p:cNvPr>
            <p:cNvCxnSpPr>
              <a:stCxn id="2053" idx="3"/>
              <a:endCxn id="2055" idx="1"/>
            </p:cNvCxnSpPr>
            <p:nvPr/>
          </p:nvCxnSpPr>
          <p:spPr>
            <a:xfrm>
              <a:off x="10175367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9" name="Γραμμή σύνδεσης: Γωνιώδης 2068">
              <a:extLst>
                <a:ext uri="{FF2B5EF4-FFF2-40B4-BE49-F238E27FC236}">
                  <a16:creationId xmlns:a16="http://schemas.microsoft.com/office/drawing/2014/main" id="{37D828EB-EBF2-999D-917C-EFBB6411AD54}"/>
                </a:ext>
              </a:extLst>
            </p:cNvPr>
            <p:cNvCxnSpPr>
              <a:stCxn id="2056" idx="2"/>
              <a:endCxn id="1030" idx="2"/>
            </p:cNvCxnSpPr>
            <p:nvPr/>
          </p:nvCxnSpPr>
          <p:spPr>
            <a:xfrm rot="5400000" flipH="1">
              <a:off x="5611607" y="112919"/>
              <a:ext cx="1364455" cy="10015919"/>
            </a:xfrm>
            <a:prstGeom prst="bentConnector3">
              <a:avLst>
                <a:gd name="adj1" fmla="val -3958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71" name="Picture 10">
              <a:extLst>
                <a:ext uri="{FF2B5EF4-FFF2-40B4-BE49-F238E27FC236}">
                  <a16:creationId xmlns:a16="http://schemas.microsoft.com/office/drawing/2014/main" id="{03C99E19-ED59-AA68-8175-F5993AB22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24665" y="6029011"/>
              <a:ext cx="1571625" cy="619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Ομάδα 24">
            <a:extLst>
              <a:ext uri="{FF2B5EF4-FFF2-40B4-BE49-F238E27FC236}">
                <a16:creationId xmlns:a16="http://schemas.microsoft.com/office/drawing/2014/main" id="{615E42FF-49E0-17F6-3181-949EBBF84B7C}"/>
              </a:ext>
            </a:extLst>
          </p:cNvPr>
          <p:cNvGrpSpPr/>
          <p:nvPr/>
        </p:nvGrpSpPr>
        <p:grpSpPr>
          <a:xfrm>
            <a:off x="11370" y="2192084"/>
            <a:ext cx="4560629" cy="2864707"/>
            <a:chOff x="480758" y="2053114"/>
            <a:chExt cx="8658734" cy="374681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13A2B4F-970D-BDDA-D8CA-925E09E2D8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758" y="3429000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F3652F3-61B9-CD95-2F3B-3C901C495E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037" y="342773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1033EEC2-9FEC-9DE8-0649-4AAC3F273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2053114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>
              <a:extLst>
                <a:ext uri="{FF2B5EF4-FFF2-40B4-BE49-F238E27FC236}">
                  <a16:creationId xmlns:a16="http://schemas.microsoft.com/office/drawing/2014/main" id="{413B9AFC-DDE7-BD3D-2913-3F52EE01BF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3427730"/>
              <a:ext cx="18478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5">
              <a:extLst>
                <a:ext uri="{FF2B5EF4-FFF2-40B4-BE49-F238E27FC236}">
                  <a16:creationId xmlns:a16="http://schemas.microsoft.com/office/drawing/2014/main" id="{311EE4A1-C2AD-2D7A-8C6D-EFFADD366A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3" y="4799806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Ευθύγραμμο βέλος σύνδεσης 12">
              <a:extLst>
                <a:ext uri="{FF2B5EF4-FFF2-40B4-BE49-F238E27FC236}">
                  <a16:creationId xmlns:a16="http://schemas.microsoft.com/office/drawing/2014/main" id="{04068E1E-5D11-319A-43AA-11966AFE1EC0}"/>
                </a:ext>
              </a:extLst>
            </p:cNvPr>
            <p:cNvCxnSpPr>
              <a:stCxn id="2" idx="3"/>
              <a:endCxn id="5" idx="1"/>
            </p:cNvCxnSpPr>
            <p:nvPr/>
          </p:nvCxnSpPr>
          <p:spPr>
            <a:xfrm flipV="1">
              <a:off x="1938083" y="3932555"/>
              <a:ext cx="1028954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Ευθύγραμμο βέλος σύνδεσης 14">
              <a:extLst>
                <a:ext uri="{FF2B5EF4-FFF2-40B4-BE49-F238E27FC236}">
                  <a16:creationId xmlns:a16="http://schemas.microsoft.com/office/drawing/2014/main" id="{B2F8F786-975D-814B-9F7D-FFF818EFC1E0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5538787" y="3932555"/>
              <a:ext cx="8764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Ευθύγραμμο βέλος σύνδεσης 16">
              <a:extLst>
                <a:ext uri="{FF2B5EF4-FFF2-40B4-BE49-F238E27FC236}">
                  <a16:creationId xmlns:a16="http://schemas.microsoft.com/office/drawing/2014/main" id="{AA0ED0E2-A1CA-64F6-83FD-AD6116FE3AE2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8263064" y="3932555"/>
              <a:ext cx="876428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Γραμμή σύνδεσης: Γωνιώδης 18">
              <a:extLst>
                <a:ext uri="{FF2B5EF4-FFF2-40B4-BE49-F238E27FC236}">
                  <a16:creationId xmlns:a16="http://schemas.microsoft.com/office/drawing/2014/main" id="{273C3F3C-53A4-92EB-50F9-DF84CB2CD9F0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 flipV="1">
              <a:off x="5538787" y="2557939"/>
              <a:ext cx="876427" cy="137461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Γραμμή σύνδεσης: Γωνιώδης 20">
              <a:extLst>
                <a:ext uri="{FF2B5EF4-FFF2-40B4-BE49-F238E27FC236}">
                  <a16:creationId xmlns:a16="http://schemas.microsoft.com/office/drawing/2014/main" id="{1C7E9FE7-782F-920B-BD63-28B50FF34075}"/>
                </a:ext>
              </a:extLst>
            </p:cNvPr>
            <p:cNvCxnSpPr>
              <a:stCxn id="5" idx="3"/>
              <a:endCxn id="11" idx="1"/>
            </p:cNvCxnSpPr>
            <p:nvPr/>
          </p:nvCxnSpPr>
          <p:spPr>
            <a:xfrm>
              <a:off x="5538787" y="3932555"/>
              <a:ext cx="876426" cy="136731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Γραμμή σύνδεσης: Γωνιώδης 22">
              <a:extLst>
                <a:ext uri="{FF2B5EF4-FFF2-40B4-BE49-F238E27FC236}">
                  <a16:creationId xmlns:a16="http://schemas.microsoft.com/office/drawing/2014/main" id="{7757136F-5AAB-EFDC-D583-5EF19750B75A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8253539" y="2557939"/>
              <a:ext cx="885953" cy="137588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Γραμμή σύνδεσης: Γωνιώδης 23">
              <a:extLst>
                <a:ext uri="{FF2B5EF4-FFF2-40B4-BE49-F238E27FC236}">
                  <a16:creationId xmlns:a16="http://schemas.microsoft.com/office/drawing/2014/main" id="{35D8BB2C-629E-4A34-BA5D-13923B39A097}"/>
                </a:ext>
              </a:extLst>
            </p:cNvPr>
            <p:cNvCxnSpPr>
              <a:stCxn id="11" idx="3"/>
            </p:cNvCxnSpPr>
            <p:nvPr/>
          </p:nvCxnSpPr>
          <p:spPr>
            <a:xfrm flipV="1">
              <a:off x="8253538" y="3933825"/>
              <a:ext cx="885954" cy="136604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8939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FFC6F-C69A-6C02-6C5F-2E1926C2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15860B01-AF8D-4DC9-D14A-A763141A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28727169-F53D-A70A-37FC-7D437E500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</p:txBody>
      </p:sp>
    </p:spTree>
    <p:extLst>
      <p:ext uri="{BB962C8B-B14F-4D97-AF65-F5344CB8AC3E}">
        <p14:creationId xmlns:p14="http://schemas.microsoft.com/office/powerpoint/2010/main" val="134537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6D816-A5FB-3495-5BDD-14621501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07032E8-00C2-9E96-E32C-219DB3F7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=Ø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:r>
                  <a:rPr lang="en-US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rhs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151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E66D1-B2CC-7D34-78A0-6A15D2225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D12BECD-7692-1A8B-2A85-753B582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FC7DC60A-726E-6A79-DDDC-EDD09543E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{2} ComputeShortestPath()</a:t>
            </a:r>
          </a:p>
        </p:txBody>
      </p:sp>
    </p:spTree>
    <p:extLst>
      <p:ext uri="{BB962C8B-B14F-4D97-AF65-F5344CB8AC3E}">
        <p14:creationId xmlns:p14="http://schemas.microsoft.com/office/powerpoint/2010/main" val="4198890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D3801-4567-8DE7-C9A2-0AB3631B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EDD9CEDD-147D-76AB-D3C3-E28C22EC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while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old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Pop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old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CalculateKey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comparison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49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8B30E-6062-B08F-8547-09E8F031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F7934FB-3E88-5663-8994-69591D953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{3} while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{4} 	if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then there is no known path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{5}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arg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min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Succ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{6} 	Move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{7} 	Scan graph for changed edge costs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3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4AC79-5FF4-1650-8DAA-B3EF7200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B5309F1-FFCA-6347-F89E-7F89C5FD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Succ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Remove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rhs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2058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50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0AA75-0287-6879-6B5D-FF0AB0C9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3E72FFD-8AF1-FDCE-1A21-8613CE12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{14} 		ComputeShortestPath()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746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Θέμα του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Θέμα του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Θέμα του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1072</TotalTime>
  <Words>547</Words>
  <Application>Microsoft Office PowerPoint</Application>
  <PresentationFormat>Ευρεία οθόνη</PresentationFormat>
  <Paragraphs>75</Paragraphs>
  <Slides>15</Slides>
  <Notes>6</Notes>
  <HiddenSlides>7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A*</vt:lpstr>
      <vt:lpstr>A*</vt:lpstr>
      <vt:lpstr>A*</vt:lpstr>
      <vt:lpstr>A*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Georgios Pitsos</cp:lastModifiedBy>
  <cp:revision>42</cp:revision>
  <dcterms:created xsi:type="dcterms:W3CDTF">2025-12-09T10:17:46Z</dcterms:created>
  <dcterms:modified xsi:type="dcterms:W3CDTF">2026-02-17T12:37:21Z</dcterms:modified>
</cp:coreProperties>
</file>